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  <p:sldId id="257" r:id="rId3"/>
    <p:sldId id="265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6270"/>
    <a:srgbClr val="0576A9"/>
    <a:srgbClr val="D4502F"/>
    <a:srgbClr val="2F76A8"/>
    <a:srgbClr val="0476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30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1" y="2032455"/>
            <a:ext cx="9925051" cy="973456"/>
          </a:xfrm>
        </p:spPr>
        <p:txBody>
          <a:bodyPr vert="horz" lIns="91440" tIns="45720" rIns="91440" bIns="45720" rtlCol="0" anchor="b">
            <a:noAutofit/>
          </a:bodyPr>
          <a:lstStyle>
            <a:lvl1pPr marL="0" algn="ctr" defTabSz="9142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4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defTabSz="914286"/>
            <a:r>
              <a:rPr lang="en-US" altLang="zh-CN" dirty="0"/>
              <a:t>Click to edit </a:t>
            </a:r>
            <a:endParaRPr lang="zh-CN" altLang="en-US" dirty="0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EDBB135-DCE9-80F4-72D5-021EDDC6ABAF}"/>
              </a:ext>
            </a:extLst>
          </p:cNvPr>
          <p:cNvSpPr>
            <a:spLocks/>
          </p:cNvSpPr>
          <p:nvPr userDrawn="1"/>
        </p:nvSpPr>
        <p:spPr bwMode="auto">
          <a:xfrm>
            <a:off x="3856263" y="3768725"/>
            <a:ext cx="4343400" cy="698500"/>
          </a:xfrm>
          <a:custGeom>
            <a:avLst/>
            <a:gdLst>
              <a:gd name="T0" fmla="*/ 2736 w 2736"/>
              <a:gd name="T1" fmla="*/ 672 h 672"/>
              <a:gd name="T2" fmla="*/ 0 w 2736"/>
              <a:gd name="T3" fmla="*/ 672 h 672"/>
              <a:gd name="T4" fmla="*/ 214 w 2736"/>
              <a:gd name="T5" fmla="*/ 328 h 672"/>
              <a:gd name="T6" fmla="*/ 0 w 2736"/>
              <a:gd name="T7" fmla="*/ 0 h 672"/>
              <a:gd name="T8" fmla="*/ 2736 w 2736"/>
              <a:gd name="T9" fmla="*/ 0 h 672"/>
              <a:gd name="T10" fmla="*/ 2519 w 2736"/>
              <a:gd name="T11" fmla="*/ 318 h 672"/>
              <a:gd name="T12" fmla="*/ 2736 w 2736"/>
              <a:gd name="T13" fmla="*/ 672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36" h="672">
                <a:moveTo>
                  <a:pt x="2736" y="672"/>
                </a:moveTo>
                <a:lnTo>
                  <a:pt x="0" y="672"/>
                </a:lnTo>
                <a:lnTo>
                  <a:pt x="214" y="328"/>
                </a:lnTo>
                <a:lnTo>
                  <a:pt x="0" y="0"/>
                </a:lnTo>
                <a:lnTo>
                  <a:pt x="2736" y="0"/>
                </a:lnTo>
                <a:lnTo>
                  <a:pt x="2519" y="318"/>
                </a:lnTo>
                <a:lnTo>
                  <a:pt x="2736" y="672"/>
                </a:lnTo>
                <a:close/>
              </a:path>
            </a:pathLst>
          </a:custGeom>
          <a:solidFill>
            <a:srgbClr val="01B8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240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DDB65F-C302-4F35-9CCB-12FB82E259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48070" y="3865117"/>
            <a:ext cx="3452327" cy="53585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26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2400" b="0" kern="12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584" lvl="0" indent="-228584" defTabSz="914286"/>
            <a:r>
              <a:rPr lang="zh-CN" altLang="en-US" dirty="0"/>
              <a:t>郭   勇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77CFD371-456F-476B-BE71-1CBB20F5C59D}"/>
              </a:ext>
            </a:extLst>
          </p:cNvPr>
          <p:cNvSpPr txBox="1">
            <a:spLocks/>
          </p:cNvSpPr>
          <p:nvPr userDrawn="1"/>
        </p:nvSpPr>
        <p:spPr>
          <a:xfrm>
            <a:off x="1876427" y="5446268"/>
            <a:ext cx="8458199" cy="53585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09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zh-CN" altLang="en-US" sz="2000" b="0" kern="12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84" indent="-228584" defTabSz="914286"/>
            <a:r>
              <a:rPr lang="zh-CN" altLang="en-US" sz="1600" dirty="0">
                <a:solidFill>
                  <a:srgbClr val="002060"/>
                </a:solidFill>
              </a:rPr>
              <a:t>哈尔滨工业大学 计算学部 软件学院</a:t>
            </a:r>
            <a:endParaRPr lang="en-US" altLang="zh-CN" sz="1600" dirty="0">
              <a:solidFill>
                <a:srgbClr val="002060"/>
              </a:solidFill>
            </a:endParaRPr>
          </a:p>
          <a:p>
            <a:pPr marL="228584" indent="-228584" defTabSz="914286"/>
            <a:endParaRPr lang="en-US" altLang="zh-CN" sz="1600" dirty="0">
              <a:solidFill>
                <a:srgbClr val="002060"/>
              </a:solidFill>
            </a:endParaRPr>
          </a:p>
          <a:p>
            <a:pPr marL="228584" indent="-228584" defTabSz="914286"/>
            <a:r>
              <a:rPr lang="en-US" sz="1600" dirty="0">
                <a:solidFill>
                  <a:srgbClr val="002060"/>
                </a:solidFill>
              </a:rPr>
              <a:t>Harbin Institute of Technology, </a:t>
            </a:r>
            <a:r>
              <a:rPr lang="en-US" altLang="zh-CN" sz="1600" dirty="0">
                <a:solidFill>
                  <a:srgbClr val="002060"/>
                </a:solidFill>
              </a:rPr>
              <a:t>Faculty of Computing, National Pilot School of Software</a:t>
            </a:r>
            <a:endParaRPr lang="en-US" sz="1600" dirty="0">
              <a:solidFill>
                <a:srgbClr val="00206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91B1E4E-025F-4B8C-84B0-49BC3A5B5298}"/>
              </a:ext>
            </a:extLst>
          </p:cNvPr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372"/>
          <a:stretch/>
        </p:blipFill>
        <p:spPr bwMode="auto">
          <a:xfrm>
            <a:off x="251143" y="171323"/>
            <a:ext cx="2958402" cy="855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75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B2DE3BF-1D30-91D8-570B-33C8FF801D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791" t="73101" r="16355" b="11445"/>
          <a:stretch/>
        </p:blipFill>
        <p:spPr>
          <a:xfrm rot="17673705">
            <a:off x="10350939" y="473567"/>
            <a:ext cx="1732105" cy="12573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5" y="304800"/>
            <a:ext cx="9624825" cy="723900"/>
          </a:xfrm>
        </p:spPr>
        <p:txBody>
          <a:bodyPr/>
          <a:lstStyle>
            <a:lvl1pPr>
              <a:defRPr>
                <a:solidFill>
                  <a:srgbClr val="01B8C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14619F-25D0-4307-81CD-C24C74EF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4659" y="6438900"/>
            <a:ext cx="1802924" cy="21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02B25F-898B-4C1A-94A9-699B8B55D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842F0A-76EB-4E77-8AF6-5F91F228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25B6FF-0657-4B03-8EFA-BBDC6339453A}"/>
              </a:ext>
            </a:extLst>
          </p:cNvPr>
          <p:cNvSpPr/>
          <p:nvPr userDrawn="1"/>
        </p:nvSpPr>
        <p:spPr>
          <a:xfrm>
            <a:off x="571506" y="1028708"/>
            <a:ext cx="10467975" cy="60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A3ED5348-B311-4A5E-9819-1A10533B63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405" y="1376512"/>
            <a:ext cx="5102225" cy="4859187"/>
          </a:xfrm>
          <a:prstGeom prst="round2DiagRect">
            <a:avLst>
              <a:gd name="adj1" fmla="val 3061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SzPct val="68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17" indent="-28575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914332" indent="0" algn="just">
              <a:lnSpc>
                <a:spcPct val="100000"/>
              </a:lnSpc>
              <a:spcBef>
                <a:spcPts val="600"/>
              </a:spcBef>
              <a:buNone/>
              <a:defRPr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371498" indent="0" algn="just">
              <a:lnSpc>
                <a:spcPct val="100000"/>
              </a:lnSpc>
              <a:spcBef>
                <a:spcPts val="600"/>
              </a:spcBef>
              <a:buNone/>
              <a:defRPr b="1"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1828664" indent="0" algn="just">
              <a:lnSpc>
                <a:spcPct val="100000"/>
              </a:lnSpc>
              <a:spcBef>
                <a:spcPts val="600"/>
              </a:spcBef>
              <a:buNone/>
              <a:defRPr b="1"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</a:lstStyle>
          <a:p>
            <a:pPr lvl="0"/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2" name="内容占位符 8">
            <a:extLst>
              <a:ext uri="{FF2B5EF4-FFF2-40B4-BE49-F238E27FC236}">
                <a16:creationId xmlns:a16="http://schemas.microsoft.com/office/drawing/2014/main" id="{9B8E52F0-B594-480F-A82F-F9318D11CA9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6124" y="1376516"/>
            <a:ext cx="5102225" cy="4825962"/>
          </a:xfrm>
          <a:prstGeom prst="round2DiagRect">
            <a:avLst>
              <a:gd name="adj1" fmla="val 3044"/>
              <a:gd name="adj2" fmla="val 0"/>
            </a:avLst>
          </a:prstGeom>
          <a:solidFill>
            <a:srgbClr val="FFFFCC"/>
          </a:solidFill>
        </p:spPr>
        <p:txBody>
          <a:bodyPr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SzPct val="68000"/>
              <a:buFont typeface="Wingdings" panose="05000000000000000000" pitchFamily="2" charset="2"/>
              <a:buChar char="l"/>
              <a:defRPr sz="2200" b="1">
                <a:solidFill>
                  <a:srgbClr val="002C44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17" indent="-28575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 b="1"/>
            </a:lvl2pPr>
            <a:lvl3pPr marL="914332" indent="0" algn="just">
              <a:lnSpc>
                <a:spcPct val="100000"/>
              </a:lnSpc>
              <a:spcBef>
                <a:spcPts val="600"/>
              </a:spcBef>
              <a:buNone/>
              <a:defRPr b="1"/>
            </a:lvl3pPr>
            <a:lvl4pPr marL="1371498" indent="0" algn="just">
              <a:lnSpc>
                <a:spcPct val="100000"/>
              </a:lnSpc>
              <a:spcBef>
                <a:spcPts val="600"/>
              </a:spcBef>
              <a:buNone/>
              <a:defRPr b="1"/>
            </a:lvl4pPr>
            <a:lvl5pPr marL="1828664" indent="0" algn="just">
              <a:lnSpc>
                <a:spcPct val="100000"/>
              </a:lnSpc>
              <a:spcBef>
                <a:spcPts val="600"/>
              </a:spcBef>
              <a:buNone/>
              <a:defRPr b="1"/>
            </a:lvl5pPr>
          </a:lstStyle>
          <a:p>
            <a:pPr lvl="0"/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9F76303B-3A8D-4FCF-8EF0-C913AAF72A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2525" y="1219208"/>
            <a:ext cx="2209800" cy="434973"/>
          </a:xfrm>
          <a:solidFill>
            <a:schemeClr val="accent1">
              <a:lumMod val="50000"/>
            </a:schemeClr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5pPr marL="182866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9" name="文本占位符 47">
            <a:extLst>
              <a:ext uri="{FF2B5EF4-FFF2-40B4-BE49-F238E27FC236}">
                <a16:creationId xmlns:a16="http://schemas.microsoft.com/office/drawing/2014/main" id="{54484A65-D000-4D47-909B-7B58B4F6B6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19027" y="1219207"/>
            <a:ext cx="2209800" cy="434973"/>
          </a:xfrm>
          <a:solidFill>
            <a:srgbClr val="C0000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5pPr marL="182866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altLang="zh-CN" dirty="0"/>
              <a:t>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59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2320649-ACD7-42E9-A261-E6ED46ACB4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97143" y="2810669"/>
            <a:ext cx="8185020" cy="16430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buNone/>
              <a:defRPr lang="en-US" altLang="zh-CN" sz="4400" b="1" smtClean="0">
                <a:latin typeface="+mj-lt"/>
                <a:ea typeface="+mj-ea"/>
                <a:cs typeface="+mj-cs"/>
              </a:defRPr>
            </a:lvl1pPr>
            <a:lvl2pPr marL="457167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584" lvl="0" indent="-228584" defTabSz="914286">
              <a:spcBef>
                <a:spcPct val="0"/>
              </a:spcBef>
            </a:pPr>
            <a:r>
              <a:rPr lang="en-US" altLang="zh-CN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928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324" y="120648"/>
            <a:ext cx="10845113" cy="892181"/>
          </a:xfrm>
        </p:spPr>
        <p:txBody>
          <a:bodyPr>
            <a:normAutofit/>
          </a:bodyPr>
          <a:lstStyle>
            <a:lvl1pPr>
              <a:defRPr sz="3200" b="1" baseline="0">
                <a:solidFill>
                  <a:srgbClr val="2F76A8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584" indent="-228584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Tx/>
              <a:buSzPct val="78000"/>
              <a:buFont typeface="Wingdings" panose="05000000000000000000" pitchFamily="2" charset="2"/>
              <a:buChar char="l"/>
              <a:defRPr sz="2600" b="1" baseline="0">
                <a:solidFill>
                  <a:srgbClr val="D4502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defRPr>
            </a:lvl1pPr>
            <a:lvl2pPr marL="685750" indent="-228584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002C44"/>
              </a:buClr>
              <a:buSzPct val="78000"/>
              <a:buFont typeface="Wingdings" panose="05000000000000000000" pitchFamily="2" charset="2"/>
              <a:buChar char="Ø"/>
              <a:defRPr sz="2400" b="1" baseline="0">
                <a:solidFill>
                  <a:srgbClr val="1A627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defRPr>
            </a:lvl2pPr>
            <a:lvl3pPr marL="1142914" indent="-228584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002C44"/>
              </a:buClr>
              <a:buSzPct val="78000"/>
              <a:buFont typeface="Wingdings" panose="05000000000000000000" pitchFamily="2" charset="2"/>
              <a:buChar char="u"/>
              <a:defRPr sz="2000" b="1" baseline="0">
                <a:solidFill>
                  <a:srgbClr val="3333CC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defRPr>
            </a:lvl3pPr>
            <a:lvl4pPr marL="1600080" indent="-228584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SzPct val="78000"/>
              <a:buFont typeface="Wingdings" panose="05000000000000000000" pitchFamily="2" charset="2"/>
              <a:buChar char="l"/>
              <a:defRPr sz="1800" b="1" baseline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defRPr>
            </a:lvl4pPr>
            <a:lvl5pPr marL="2057247" indent="-228584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SzPct val="78000"/>
              <a:buFont typeface="Wingdings" panose="05000000000000000000" pitchFamily="2" charset="2"/>
              <a:buChar char="l"/>
              <a:defRPr sz="1800" b="1" baseline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66506C-394D-4A44-B9DC-3D0D1A94A3D9}"/>
              </a:ext>
            </a:extLst>
          </p:cNvPr>
          <p:cNvSpPr/>
          <p:nvPr/>
        </p:nvSpPr>
        <p:spPr>
          <a:xfrm>
            <a:off x="609600" y="1143005"/>
            <a:ext cx="10972800" cy="15875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90000"/>
              </a:lnSpc>
              <a:spcBef>
                <a:spcPts val="588"/>
              </a:spcBef>
              <a:spcAft>
                <a:spcPts val="588"/>
              </a:spcAft>
              <a:buClr>
                <a:schemeClr val="tx2"/>
              </a:buClr>
              <a:buSzPct val="80000"/>
              <a:buFont typeface="Wingdings" pitchFamily="2" charset="2"/>
              <a:buNone/>
              <a:defRPr/>
            </a:pPr>
            <a:endParaRPr lang="zh-CN" altLang="en-US" sz="1800" baseline="0">
              <a:ea typeface="华文中宋" panose="02010600040101010101" pitchFamily="2" charset="-122"/>
            </a:endParaRPr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59ADFEC3-95C9-470A-BB09-96D996AC6A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42508" y="6400805"/>
            <a:ext cx="4978400" cy="284163"/>
          </a:xfrm>
          <a:prstGeom prst="rect">
            <a:avLst/>
          </a:prstGeom>
        </p:spPr>
        <p:txBody>
          <a:bodyPr/>
          <a:lstStyle>
            <a:lvl1pPr algn="ctr">
              <a:defRPr baseline="0"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8AFAA4E8-45A7-426E-A89A-EE5F81032E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93047" y="6400805"/>
            <a:ext cx="1219200" cy="284163"/>
          </a:xfrm>
        </p:spPr>
        <p:txBody>
          <a:bodyPr/>
          <a:lstStyle>
            <a:lvl1pPr>
              <a:defRPr baseline="0"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fld id="{4C6A47F6-D449-4A6E-B86C-5B963CF92540}" type="slidenum">
              <a:rPr lang="en-US" altLang="zh-CN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70756AA0-4785-417D-B65D-917716C0921D}"/>
              </a:ext>
            </a:extLst>
          </p:cNvPr>
          <p:cNvSpPr/>
          <p:nvPr userDrawn="1"/>
        </p:nvSpPr>
        <p:spPr>
          <a:xfrm>
            <a:off x="685806" y="1028708"/>
            <a:ext cx="10856435" cy="625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113" name="组合 11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9E98F30-37F9-4361-83BA-09FB64F548B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893593" y="123059"/>
            <a:ext cx="2213904" cy="1138352"/>
            <a:chOff x="2525713" y="1527688"/>
            <a:chExt cx="7140575" cy="3802625"/>
          </a:xfrm>
        </p:grpSpPr>
        <p:sp>
          <p:nvSpPr>
            <p:cNvPr id="114" name="iṣḷïḋè">
              <a:extLst>
                <a:ext uri="{FF2B5EF4-FFF2-40B4-BE49-F238E27FC236}">
                  <a16:creationId xmlns:a16="http://schemas.microsoft.com/office/drawing/2014/main" id="{A5FCB260-1611-4B6E-ADA4-FEC1913CB0AC}"/>
                </a:ext>
              </a:extLst>
            </p:cNvPr>
            <p:cNvSpPr/>
            <p:nvPr/>
          </p:nvSpPr>
          <p:spPr bwMode="auto">
            <a:xfrm>
              <a:off x="2525713" y="1527688"/>
              <a:ext cx="7140575" cy="3802625"/>
            </a:xfrm>
            <a:custGeom>
              <a:avLst/>
              <a:gdLst>
                <a:gd name="T0" fmla="*/ 459 w 1693"/>
                <a:gd name="T1" fmla="*/ 159 h 901"/>
                <a:gd name="T2" fmla="*/ 210 w 1693"/>
                <a:gd name="T3" fmla="*/ 259 h 901"/>
                <a:gd name="T4" fmla="*/ 15 w 1693"/>
                <a:gd name="T5" fmla="*/ 435 h 901"/>
                <a:gd name="T6" fmla="*/ 3 w 1693"/>
                <a:gd name="T7" fmla="*/ 508 h 901"/>
                <a:gd name="T8" fmla="*/ 108 w 1693"/>
                <a:gd name="T9" fmla="*/ 632 h 901"/>
                <a:gd name="T10" fmla="*/ 447 w 1693"/>
                <a:gd name="T11" fmla="*/ 776 h 901"/>
                <a:gd name="T12" fmla="*/ 587 w 1693"/>
                <a:gd name="T13" fmla="*/ 851 h 901"/>
                <a:gd name="T14" fmla="*/ 957 w 1693"/>
                <a:gd name="T15" fmla="*/ 815 h 901"/>
                <a:gd name="T16" fmla="*/ 1084 w 1693"/>
                <a:gd name="T17" fmla="*/ 724 h 901"/>
                <a:gd name="T18" fmla="*/ 1322 w 1693"/>
                <a:gd name="T19" fmla="*/ 690 h 901"/>
                <a:gd name="T20" fmla="*/ 1562 w 1693"/>
                <a:gd name="T21" fmla="*/ 661 h 901"/>
                <a:gd name="T22" fmla="*/ 1670 w 1693"/>
                <a:gd name="T23" fmla="*/ 466 h 901"/>
                <a:gd name="T24" fmla="*/ 1568 w 1693"/>
                <a:gd name="T25" fmla="*/ 358 h 901"/>
                <a:gd name="T26" fmla="*/ 1428 w 1693"/>
                <a:gd name="T27" fmla="*/ 298 h 901"/>
                <a:gd name="T28" fmla="*/ 1075 w 1693"/>
                <a:gd name="T29" fmla="*/ 42 h 901"/>
                <a:gd name="T30" fmla="*/ 737 w 1693"/>
                <a:gd name="T31" fmla="*/ 59 h 901"/>
                <a:gd name="T32" fmla="*/ 601 w 1693"/>
                <a:gd name="T33" fmla="*/ 87 h 901"/>
                <a:gd name="T34" fmla="*/ 459 w 1693"/>
                <a:gd name="T35" fmla="*/ 159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93" h="901">
                  <a:moveTo>
                    <a:pt x="459" y="159"/>
                  </a:moveTo>
                  <a:cubicBezTo>
                    <a:pt x="380" y="200"/>
                    <a:pt x="292" y="222"/>
                    <a:pt x="210" y="259"/>
                  </a:cubicBezTo>
                  <a:cubicBezTo>
                    <a:pt x="128" y="296"/>
                    <a:pt x="49" y="352"/>
                    <a:pt x="15" y="435"/>
                  </a:cubicBezTo>
                  <a:cubicBezTo>
                    <a:pt x="6" y="458"/>
                    <a:pt x="0" y="483"/>
                    <a:pt x="3" y="508"/>
                  </a:cubicBezTo>
                  <a:cubicBezTo>
                    <a:pt x="10" y="564"/>
                    <a:pt x="59" y="605"/>
                    <a:pt x="108" y="632"/>
                  </a:cubicBezTo>
                  <a:cubicBezTo>
                    <a:pt x="215" y="693"/>
                    <a:pt x="338" y="719"/>
                    <a:pt x="447" y="776"/>
                  </a:cubicBezTo>
                  <a:cubicBezTo>
                    <a:pt x="494" y="800"/>
                    <a:pt x="538" y="830"/>
                    <a:pt x="587" y="851"/>
                  </a:cubicBezTo>
                  <a:cubicBezTo>
                    <a:pt x="706" y="901"/>
                    <a:pt x="850" y="887"/>
                    <a:pt x="957" y="815"/>
                  </a:cubicBezTo>
                  <a:cubicBezTo>
                    <a:pt x="1001" y="785"/>
                    <a:pt x="1038" y="748"/>
                    <a:pt x="1084" y="724"/>
                  </a:cubicBezTo>
                  <a:cubicBezTo>
                    <a:pt x="1156" y="687"/>
                    <a:pt x="1241" y="687"/>
                    <a:pt x="1322" y="690"/>
                  </a:cubicBezTo>
                  <a:cubicBezTo>
                    <a:pt x="1403" y="692"/>
                    <a:pt x="1488" y="695"/>
                    <a:pt x="1562" y="661"/>
                  </a:cubicBezTo>
                  <a:cubicBezTo>
                    <a:pt x="1635" y="627"/>
                    <a:pt x="1693" y="543"/>
                    <a:pt x="1670" y="466"/>
                  </a:cubicBezTo>
                  <a:cubicBezTo>
                    <a:pt x="1655" y="417"/>
                    <a:pt x="1613" y="382"/>
                    <a:pt x="1568" y="358"/>
                  </a:cubicBezTo>
                  <a:cubicBezTo>
                    <a:pt x="1523" y="335"/>
                    <a:pt x="1473" y="321"/>
                    <a:pt x="1428" y="298"/>
                  </a:cubicBezTo>
                  <a:cubicBezTo>
                    <a:pt x="1298" y="231"/>
                    <a:pt x="1212" y="93"/>
                    <a:pt x="1075" y="42"/>
                  </a:cubicBezTo>
                  <a:cubicBezTo>
                    <a:pt x="965" y="0"/>
                    <a:pt x="845" y="22"/>
                    <a:pt x="737" y="59"/>
                  </a:cubicBezTo>
                  <a:cubicBezTo>
                    <a:pt x="692" y="75"/>
                    <a:pt x="647" y="72"/>
                    <a:pt x="601" y="87"/>
                  </a:cubicBezTo>
                  <a:cubicBezTo>
                    <a:pt x="551" y="103"/>
                    <a:pt x="506" y="134"/>
                    <a:pt x="459" y="159"/>
                  </a:cubicBezTo>
                  <a:close/>
                </a:path>
              </a:pathLst>
            </a:custGeom>
            <a:solidFill>
              <a:srgbClr val="68AFFD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" name="iŝḻiďe">
              <a:extLst>
                <a:ext uri="{FF2B5EF4-FFF2-40B4-BE49-F238E27FC236}">
                  <a16:creationId xmlns:a16="http://schemas.microsoft.com/office/drawing/2014/main" id="{952198EA-55C9-4650-BF3F-A7D5D247A4BC}"/>
                </a:ext>
              </a:extLst>
            </p:cNvPr>
            <p:cNvSpPr/>
            <p:nvPr/>
          </p:nvSpPr>
          <p:spPr bwMode="auto">
            <a:xfrm>
              <a:off x="4140915" y="2911568"/>
              <a:ext cx="3421145" cy="1012546"/>
            </a:xfrm>
            <a:custGeom>
              <a:avLst/>
              <a:gdLst>
                <a:gd name="T0" fmla="*/ 406 w 811"/>
                <a:gd name="T1" fmla="*/ 240 h 240"/>
                <a:gd name="T2" fmla="*/ 0 w 811"/>
                <a:gd name="T3" fmla="*/ 120 h 240"/>
                <a:gd name="T4" fmla="*/ 406 w 811"/>
                <a:gd name="T5" fmla="*/ 0 h 240"/>
                <a:gd name="T6" fmla="*/ 811 w 811"/>
                <a:gd name="T7" fmla="*/ 120 h 240"/>
                <a:gd name="T8" fmla="*/ 406 w 811"/>
                <a:gd name="T9" fmla="*/ 240 h 240"/>
                <a:gd name="T10" fmla="*/ 406 w 811"/>
                <a:gd name="T11" fmla="*/ 11 h 240"/>
                <a:gd name="T12" fmla="*/ 11 w 811"/>
                <a:gd name="T13" fmla="*/ 120 h 240"/>
                <a:gd name="T14" fmla="*/ 406 w 811"/>
                <a:gd name="T15" fmla="*/ 229 h 240"/>
                <a:gd name="T16" fmla="*/ 800 w 811"/>
                <a:gd name="T17" fmla="*/ 120 h 240"/>
                <a:gd name="T18" fmla="*/ 406 w 811"/>
                <a:gd name="T19" fmla="*/ 11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11" h="240">
                  <a:moveTo>
                    <a:pt x="406" y="240"/>
                  </a:moveTo>
                  <a:cubicBezTo>
                    <a:pt x="178" y="240"/>
                    <a:pt x="0" y="187"/>
                    <a:pt x="0" y="120"/>
                  </a:cubicBezTo>
                  <a:cubicBezTo>
                    <a:pt x="0" y="53"/>
                    <a:pt x="178" y="0"/>
                    <a:pt x="406" y="0"/>
                  </a:cubicBezTo>
                  <a:cubicBezTo>
                    <a:pt x="633" y="0"/>
                    <a:pt x="811" y="53"/>
                    <a:pt x="811" y="120"/>
                  </a:cubicBezTo>
                  <a:cubicBezTo>
                    <a:pt x="811" y="187"/>
                    <a:pt x="633" y="240"/>
                    <a:pt x="406" y="240"/>
                  </a:cubicBezTo>
                  <a:close/>
                  <a:moveTo>
                    <a:pt x="406" y="11"/>
                  </a:moveTo>
                  <a:cubicBezTo>
                    <a:pt x="192" y="11"/>
                    <a:pt x="11" y="61"/>
                    <a:pt x="11" y="120"/>
                  </a:cubicBezTo>
                  <a:cubicBezTo>
                    <a:pt x="11" y="179"/>
                    <a:pt x="192" y="229"/>
                    <a:pt x="406" y="229"/>
                  </a:cubicBezTo>
                  <a:cubicBezTo>
                    <a:pt x="620" y="229"/>
                    <a:pt x="800" y="179"/>
                    <a:pt x="800" y="120"/>
                  </a:cubicBezTo>
                  <a:cubicBezTo>
                    <a:pt x="800" y="61"/>
                    <a:pt x="620" y="11"/>
                    <a:pt x="406" y="11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" name="îṡliďé">
              <a:extLst>
                <a:ext uri="{FF2B5EF4-FFF2-40B4-BE49-F238E27FC236}">
                  <a16:creationId xmlns:a16="http://schemas.microsoft.com/office/drawing/2014/main" id="{47B8A0BA-0AEA-471A-A903-4BC7AFFB346C}"/>
                </a:ext>
              </a:extLst>
            </p:cNvPr>
            <p:cNvSpPr/>
            <p:nvPr/>
          </p:nvSpPr>
          <p:spPr bwMode="auto">
            <a:xfrm>
              <a:off x="2959951" y="2546321"/>
              <a:ext cx="5892648" cy="1854642"/>
            </a:xfrm>
            <a:custGeom>
              <a:avLst/>
              <a:gdLst>
                <a:gd name="T0" fmla="*/ 698 w 1397"/>
                <a:gd name="T1" fmla="*/ 440 h 440"/>
                <a:gd name="T2" fmla="*/ 206 w 1397"/>
                <a:gd name="T3" fmla="*/ 377 h 440"/>
                <a:gd name="T4" fmla="*/ 0 w 1397"/>
                <a:gd name="T5" fmla="*/ 220 h 440"/>
                <a:gd name="T6" fmla="*/ 206 w 1397"/>
                <a:gd name="T7" fmla="*/ 63 h 440"/>
                <a:gd name="T8" fmla="*/ 698 w 1397"/>
                <a:gd name="T9" fmla="*/ 0 h 440"/>
                <a:gd name="T10" fmla="*/ 1190 w 1397"/>
                <a:gd name="T11" fmla="*/ 63 h 440"/>
                <a:gd name="T12" fmla="*/ 1397 w 1397"/>
                <a:gd name="T13" fmla="*/ 220 h 440"/>
                <a:gd name="T14" fmla="*/ 1190 w 1397"/>
                <a:gd name="T15" fmla="*/ 377 h 440"/>
                <a:gd name="T16" fmla="*/ 698 w 1397"/>
                <a:gd name="T17" fmla="*/ 440 h 440"/>
                <a:gd name="T18" fmla="*/ 698 w 1397"/>
                <a:gd name="T19" fmla="*/ 11 h 440"/>
                <a:gd name="T20" fmla="*/ 210 w 1397"/>
                <a:gd name="T21" fmla="*/ 74 h 440"/>
                <a:gd name="T22" fmla="*/ 11 w 1397"/>
                <a:gd name="T23" fmla="*/ 220 h 440"/>
                <a:gd name="T24" fmla="*/ 210 w 1397"/>
                <a:gd name="T25" fmla="*/ 366 h 440"/>
                <a:gd name="T26" fmla="*/ 698 w 1397"/>
                <a:gd name="T27" fmla="*/ 429 h 440"/>
                <a:gd name="T28" fmla="*/ 1186 w 1397"/>
                <a:gd name="T29" fmla="*/ 366 h 440"/>
                <a:gd name="T30" fmla="*/ 1385 w 1397"/>
                <a:gd name="T31" fmla="*/ 220 h 440"/>
                <a:gd name="T32" fmla="*/ 1186 w 1397"/>
                <a:gd name="T33" fmla="*/ 74 h 440"/>
                <a:gd name="T34" fmla="*/ 698 w 1397"/>
                <a:gd name="T35" fmla="*/ 11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97" h="440">
                  <a:moveTo>
                    <a:pt x="698" y="440"/>
                  </a:moveTo>
                  <a:cubicBezTo>
                    <a:pt x="512" y="440"/>
                    <a:pt x="338" y="418"/>
                    <a:pt x="206" y="377"/>
                  </a:cubicBezTo>
                  <a:cubicBezTo>
                    <a:pt x="73" y="336"/>
                    <a:pt x="0" y="280"/>
                    <a:pt x="0" y="220"/>
                  </a:cubicBezTo>
                  <a:cubicBezTo>
                    <a:pt x="0" y="160"/>
                    <a:pt x="73" y="104"/>
                    <a:pt x="206" y="63"/>
                  </a:cubicBezTo>
                  <a:cubicBezTo>
                    <a:pt x="338" y="22"/>
                    <a:pt x="513" y="0"/>
                    <a:pt x="698" y="0"/>
                  </a:cubicBezTo>
                  <a:cubicBezTo>
                    <a:pt x="884" y="0"/>
                    <a:pt x="1059" y="22"/>
                    <a:pt x="1190" y="63"/>
                  </a:cubicBezTo>
                  <a:cubicBezTo>
                    <a:pt x="1323" y="104"/>
                    <a:pt x="1397" y="160"/>
                    <a:pt x="1397" y="220"/>
                  </a:cubicBezTo>
                  <a:cubicBezTo>
                    <a:pt x="1397" y="280"/>
                    <a:pt x="1323" y="336"/>
                    <a:pt x="1190" y="377"/>
                  </a:cubicBezTo>
                  <a:cubicBezTo>
                    <a:pt x="1058" y="418"/>
                    <a:pt x="884" y="440"/>
                    <a:pt x="698" y="440"/>
                  </a:cubicBezTo>
                  <a:close/>
                  <a:moveTo>
                    <a:pt x="698" y="11"/>
                  </a:moveTo>
                  <a:cubicBezTo>
                    <a:pt x="514" y="11"/>
                    <a:pt x="340" y="33"/>
                    <a:pt x="210" y="74"/>
                  </a:cubicBezTo>
                  <a:cubicBezTo>
                    <a:pt x="83" y="113"/>
                    <a:pt x="11" y="166"/>
                    <a:pt x="11" y="220"/>
                  </a:cubicBezTo>
                  <a:cubicBezTo>
                    <a:pt x="11" y="274"/>
                    <a:pt x="83" y="327"/>
                    <a:pt x="210" y="366"/>
                  </a:cubicBezTo>
                  <a:cubicBezTo>
                    <a:pt x="340" y="407"/>
                    <a:pt x="514" y="429"/>
                    <a:pt x="698" y="429"/>
                  </a:cubicBezTo>
                  <a:cubicBezTo>
                    <a:pt x="882" y="429"/>
                    <a:pt x="1056" y="407"/>
                    <a:pt x="1186" y="366"/>
                  </a:cubicBezTo>
                  <a:cubicBezTo>
                    <a:pt x="1313" y="327"/>
                    <a:pt x="1385" y="274"/>
                    <a:pt x="1385" y="220"/>
                  </a:cubicBezTo>
                  <a:cubicBezTo>
                    <a:pt x="1385" y="166"/>
                    <a:pt x="1313" y="113"/>
                    <a:pt x="1186" y="74"/>
                  </a:cubicBezTo>
                  <a:cubicBezTo>
                    <a:pt x="1056" y="33"/>
                    <a:pt x="883" y="11"/>
                    <a:pt x="698" y="11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" name="ïṡ1iḋe">
              <a:extLst>
                <a:ext uri="{FF2B5EF4-FFF2-40B4-BE49-F238E27FC236}">
                  <a16:creationId xmlns:a16="http://schemas.microsoft.com/office/drawing/2014/main" id="{89D46572-EB8A-4CC0-BAED-931D6F7138AC}"/>
                </a:ext>
              </a:extLst>
            </p:cNvPr>
            <p:cNvSpPr/>
            <p:nvPr/>
          </p:nvSpPr>
          <p:spPr bwMode="auto">
            <a:xfrm>
              <a:off x="5216364" y="2528059"/>
              <a:ext cx="1308802" cy="1300685"/>
            </a:xfrm>
            <a:custGeom>
              <a:avLst/>
              <a:gdLst>
                <a:gd name="T0" fmla="*/ 181 w 310"/>
                <a:gd name="T1" fmla="*/ 69 h 308"/>
                <a:gd name="T2" fmla="*/ 180 w 310"/>
                <a:gd name="T3" fmla="*/ 82 h 308"/>
                <a:gd name="T4" fmla="*/ 177 w 310"/>
                <a:gd name="T5" fmla="*/ 73 h 308"/>
                <a:gd name="T6" fmla="*/ 176 w 310"/>
                <a:gd name="T7" fmla="*/ 33 h 308"/>
                <a:gd name="T8" fmla="*/ 157 w 310"/>
                <a:gd name="T9" fmla="*/ 49 h 308"/>
                <a:gd name="T10" fmla="*/ 119 w 310"/>
                <a:gd name="T11" fmla="*/ 57 h 308"/>
                <a:gd name="T12" fmla="*/ 135 w 310"/>
                <a:gd name="T13" fmla="*/ 32 h 308"/>
                <a:gd name="T14" fmla="*/ 169 w 310"/>
                <a:gd name="T15" fmla="*/ 56 h 308"/>
                <a:gd name="T16" fmla="*/ 120 w 310"/>
                <a:gd name="T17" fmla="*/ 30 h 308"/>
                <a:gd name="T18" fmla="*/ 92 w 310"/>
                <a:gd name="T19" fmla="*/ 37 h 308"/>
                <a:gd name="T20" fmla="*/ 91 w 310"/>
                <a:gd name="T21" fmla="*/ 45 h 308"/>
                <a:gd name="T22" fmla="*/ 97 w 310"/>
                <a:gd name="T23" fmla="*/ 61 h 308"/>
                <a:gd name="T24" fmla="*/ 80 w 310"/>
                <a:gd name="T25" fmla="*/ 49 h 308"/>
                <a:gd name="T26" fmla="*/ 102 w 310"/>
                <a:gd name="T27" fmla="*/ 88 h 308"/>
                <a:gd name="T28" fmla="*/ 97 w 310"/>
                <a:gd name="T29" fmla="*/ 240 h 308"/>
                <a:gd name="T30" fmla="*/ 85 w 310"/>
                <a:gd name="T31" fmla="*/ 273 h 308"/>
                <a:gd name="T32" fmla="*/ 70 w 310"/>
                <a:gd name="T33" fmla="*/ 256 h 308"/>
                <a:gd name="T34" fmla="*/ 49 w 310"/>
                <a:gd name="T35" fmla="*/ 194 h 308"/>
                <a:gd name="T36" fmla="*/ 42 w 310"/>
                <a:gd name="T37" fmla="*/ 162 h 308"/>
                <a:gd name="T38" fmla="*/ 12 w 310"/>
                <a:gd name="T39" fmla="*/ 109 h 308"/>
                <a:gd name="T40" fmla="*/ 73 w 310"/>
                <a:gd name="T41" fmla="*/ 43 h 308"/>
                <a:gd name="T42" fmla="*/ 72 w 310"/>
                <a:gd name="T43" fmla="*/ 57 h 308"/>
                <a:gd name="T44" fmla="*/ 66 w 310"/>
                <a:gd name="T45" fmla="*/ 82 h 308"/>
                <a:gd name="T46" fmla="*/ 99 w 310"/>
                <a:gd name="T47" fmla="*/ 67 h 308"/>
                <a:gd name="T48" fmla="*/ 87 w 310"/>
                <a:gd name="T49" fmla="*/ 87 h 308"/>
                <a:gd name="T50" fmla="*/ 68 w 310"/>
                <a:gd name="T51" fmla="*/ 102 h 308"/>
                <a:gd name="T52" fmla="*/ 47 w 310"/>
                <a:gd name="T53" fmla="*/ 129 h 308"/>
                <a:gd name="T54" fmla="*/ 34 w 310"/>
                <a:gd name="T55" fmla="*/ 124 h 308"/>
                <a:gd name="T56" fmla="*/ 32 w 310"/>
                <a:gd name="T57" fmla="*/ 139 h 308"/>
                <a:gd name="T58" fmla="*/ 42 w 310"/>
                <a:gd name="T59" fmla="*/ 156 h 308"/>
                <a:gd name="T60" fmla="*/ 60 w 310"/>
                <a:gd name="T61" fmla="*/ 159 h 308"/>
                <a:gd name="T62" fmla="*/ 97 w 310"/>
                <a:gd name="T63" fmla="*/ 173 h 308"/>
                <a:gd name="T64" fmla="*/ 101 w 310"/>
                <a:gd name="T65" fmla="*/ 180 h 308"/>
                <a:gd name="T66" fmla="*/ 119 w 310"/>
                <a:gd name="T67" fmla="*/ 200 h 308"/>
                <a:gd name="T68" fmla="*/ 265 w 310"/>
                <a:gd name="T69" fmla="*/ 221 h 308"/>
                <a:gd name="T70" fmla="*/ 270 w 310"/>
                <a:gd name="T71" fmla="*/ 209 h 308"/>
                <a:gd name="T72" fmla="*/ 277 w 310"/>
                <a:gd name="T73" fmla="*/ 129 h 308"/>
                <a:gd name="T74" fmla="*/ 255 w 310"/>
                <a:gd name="T75" fmla="*/ 139 h 308"/>
                <a:gd name="T76" fmla="*/ 261 w 310"/>
                <a:gd name="T77" fmla="*/ 157 h 308"/>
                <a:gd name="T78" fmla="*/ 254 w 310"/>
                <a:gd name="T79" fmla="*/ 204 h 308"/>
                <a:gd name="T80" fmla="*/ 218 w 310"/>
                <a:gd name="T81" fmla="*/ 241 h 308"/>
                <a:gd name="T82" fmla="*/ 208 w 310"/>
                <a:gd name="T83" fmla="*/ 195 h 308"/>
                <a:gd name="T84" fmla="*/ 186 w 310"/>
                <a:gd name="T85" fmla="*/ 165 h 308"/>
                <a:gd name="T86" fmla="*/ 158 w 310"/>
                <a:gd name="T87" fmla="*/ 133 h 308"/>
                <a:gd name="T88" fmla="*/ 189 w 310"/>
                <a:gd name="T89" fmla="*/ 110 h 308"/>
                <a:gd name="T90" fmla="*/ 220 w 310"/>
                <a:gd name="T91" fmla="*/ 114 h 308"/>
                <a:gd name="T92" fmla="*/ 243 w 310"/>
                <a:gd name="T93" fmla="*/ 108 h 308"/>
                <a:gd name="T94" fmla="*/ 221 w 310"/>
                <a:gd name="T95" fmla="*/ 106 h 308"/>
                <a:gd name="T96" fmla="*/ 203 w 310"/>
                <a:gd name="T97" fmla="*/ 95 h 308"/>
                <a:gd name="T98" fmla="*/ 195 w 310"/>
                <a:gd name="T99" fmla="*/ 97 h 308"/>
                <a:gd name="T100" fmla="*/ 175 w 310"/>
                <a:gd name="T101" fmla="*/ 96 h 308"/>
                <a:gd name="T102" fmla="*/ 189 w 310"/>
                <a:gd name="T103" fmla="*/ 81 h 308"/>
                <a:gd name="T104" fmla="*/ 214 w 310"/>
                <a:gd name="T105" fmla="*/ 74 h 308"/>
                <a:gd name="T106" fmla="*/ 217 w 310"/>
                <a:gd name="T107" fmla="*/ 59 h 308"/>
                <a:gd name="T108" fmla="*/ 194 w 310"/>
                <a:gd name="T109" fmla="*/ 69 h 308"/>
                <a:gd name="T110" fmla="*/ 230 w 310"/>
                <a:gd name="T111" fmla="*/ 53 h 308"/>
                <a:gd name="T112" fmla="*/ 249 w 310"/>
                <a:gd name="T113" fmla="*/ 5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0" h="308">
                  <a:moveTo>
                    <a:pt x="156" y="1"/>
                  </a:moveTo>
                  <a:cubicBezTo>
                    <a:pt x="71" y="0"/>
                    <a:pt x="2" y="68"/>
                    <a:pt x="1" y="152"/>
                  </a:cubicBezTo>
                  <a:cubicBezTo>
                    <a:pt x="0" y="237"/>
                    <a:pt x="68" y="307"/>
                    <a:pt x="152" y="308"/>
                  </a:cubicBezTo>
                  <a:cubicBezTo>
                    <a:pt x="154" y="308"/>
                    <a:pt x="156" y="308"/>
                    <a:pt x="157" y="308"/>
                  </a:cubicBezTo>
                  <a:cubicBezTo>
                    <a:pt x="242" y="306"/>
                    <a:pt x="310" y="236"/>
                    <a:pt x="308" y="151"/>
                  </a:cubicBezTo>
                  <a:cubicBezTo>
                    <a:pt x="306" y="68"/>
                    <a:pt x="239" y="2"/>
                    <a:pt x="156" y="1"/>
                  </a:cubicBezTo>
                  <a:close/>
                  <a:moveTo>
                    <a:pt x="179" y="71"/>
                  </a:moveTo>
                  <a:cubicBezTo>
                    <a:pt x="179" y="71"/>
                    <a:pt x="179" y="71"/>
                    <a:pt x="179" y="70"/>
                  </a:cubicBezTo>
                  <a:cubicBezTo>
                    <a:pt x="180" y="70"/>
                    <a:pt x="180" y="69"/>
                    <a:pt x="181" y="69"/>
                  </a:cubicBezTo>
                  <a:cubicBezTo>
                    <a:pt x="181" y="68"/>
                    <a:pt x="182" y="69"/>
                    <a:pt x="183" y="70"/>
                  </a:cubicBezTo>
                  <a:cubicBezTo>
                    <a:pt x="181" y="71"/>
                    <a:pt x="182" y="72"/>
                    <a:pt x="184" y="73"/>
                  </a:cubicBezTo>
                  <a:cubicBezTo>
                    <a:pt x="184" y="73"/>
                    <a:pt x="184" y="73"/>
                    <a:pt x="184" y="74"/>
                  </a:cubicBezTo>
                  <a:cubicBezTo>
                    <a:pt x="185" y="75"/>
                    <a:pt x="185" y="76"/>
                    <a:pt x="186" y="77"/>
                  </a:cubicBezTo>
                  <a:cubicBezTo>
                    <a:pt x="187" y="77"/>
                    <a:pt x="188" y="78"/>
                    <a:pt x="189" y="79"/>
                  </a:cubicBezTo>
                  <a:cubicBezTo>
                    <a:pt x="188" y="79"/>
                    <a:pt x="187" y="80"/>
                    <a:pt x="186" y="81"/>
                  </a:cubicBezTo>
                  <a:cubicBezTo>
                    <a:pt x="185" y="81"/>
                    <a:pt x="184" y="82"/>
                    <a:pt x="183" y="82"/>
                  </a:cubicBezTo>
                  <a:cubicBezTo>
                    <a:pt x="182" y="82"/>
                    <a:pt x="181" y="82"/>
                    <a:pt x="180" y="82"/>
                  </a:cubicBezTo>
                  <a:cubicBezTo>
                    <a:pt x="180" y="82"/>
                    <a:pt x="180" y="82"/>
                    <a:pt x="180" y="82"/>
                  </a:cubicBezTo>
                  <a:cubicBezTo>
                    <a:pt x="182" y="81"/>
                    <a:pt x="182" y="81"/>
                    <a:pt x="182" y="81"/>
                  </a:cubicBezTo>
                  <a:cubicBezTo>
                    <a:pt x="181" y="80"/>
                    <a:pt x="180" y="79"/>
                    <a:pt x="180" y="78"/>
                  </a:cubicBezTo>
                  <a:cubicBezTo>
                    <a:pt x="180" y="77"/>
                    <a:pt x="181" y="77"/>
                    <a:pt x="182" y="76"/>
                  </a:cubicBezTo>
                  <a:cubicBezTo>
                    <a:pt x="181" y="74"/>
                    <a:pt x="179" y="74"/>
                    <a:pt x="179" y="74"/>
                  </a:cubicBezTo>
                  <a:cubicBezTo>
                    <a:pt x="176" y="76"/>
                    <a:pt x="176" y="77"/>
                    <a:pt x="177" y="78"/>
                  </a:cubicBezTo>
                  <a:cubicBezTo>
                    <a:pt x="175" y="79"/>
                    <a:pt x="173" y="80"/>
                    <a:pt x="172" y="80"/>
                  </a:cubicBezTo>
                  <a:cubicBezTo>
                    <a:pt x="171" y="79"/>
                    <a:pt x="173" y="77"/>
                    <a:pt x="172" y="75"/>
                  </a:cubicBezTo>
                  <a:cubicBezTo>
                    <a:pt x="172" y="74"/>
                    <a:pt x="174" y="73"/>
                    <a:pt x="175" y="73"/>
                  </a:cubicBezTo>
                  <a:cubicBezTo>
                    <a:pt x="177" y="73"/>
                    <a:pt x="177" y="73"/>
                    <a:pt x="177" y="73"/>
                  </a:cubicBezTo>
                  <a:cubicBezTo>
                    <a:pt x="178" y="73"/>
                    <a:pt x="179" y="73"/>
                    <a:pt x="179" y="71"/>
                  </a:cubicBezTo>
                  <a:close/>
                  <a:moveTo>
                    <a:pt x="135" y="32"/>
                  </a:moveTo>
                  <a:cubicBezTo>
                    <a:pt x="139" y="33"/>
                    <a:pt x="142" y="33"/>
                    <a:pt x="146" y="33"/>
                  </a:cubicBezTo>
                  <a:cubicBezTo>
                    <a:pt x="147" y="34"/>
                    <a:pt x="149" y="33"/>
                    <a:pt x="149" y="32"/>
                  </a:cubicBezTo>
                  <a:cubicBezTo>
                    <a:pt x="150" y="32"/>
                    <a:pt x="151" y="32"/>
                    <a:pt x="152" y="31"/>
                  </a:cubicBezTo>
                  <a:cubicBezTo>
                    <a:pt x="154" y="31"/>
                    <a:pt x="157" y="30"/>
                    <a:pt x="160" y="30"/>
                  </a:cubicBezTo>
                  <a:cubicBezTo>
                    <a:pt x="161" y="30"/>
                    <a:pt x="163" y="30"/>
                    <a:pt x="164" y="30"/>
                  </a:cubicBezTo>
                  <a:cubicBezTo>
                    <a:pt x="168" y="31"/>
                    <a:pt x="171" y="31"/>
                    <a:pt x="175" y="32"/>
                  </a:cubicBezTo>
                  <a:cubicBezTo>
                    <a:pt x="175" y="32"/>
                    <a:pt x="176" y="32"/>
                    <a:pt x="176" y="33"/>
                  </a:cubicBezTo>
                  <a:cubicBezTo>
                    <a:pt x="175" y="33"/>
                    <a:pt x="173" y="33"/>
                    <a:pt x="172" y="33"/>
                  </a:cubicBezTo>
                  <a:cubicBezTo>
                    <a:pt x="171" y="33"/>
                    <a:pt x="170" y="33"/>
                    <a:pt x="169" y="34"/>
                  </a:cubicBezTo>
                  <a:cubicBezTo>
                    <a:pt x="168" y="34"/>
                    <a:pt x="167" y="35"/>
                    <a:pt x="167" y="37"/>
                  </a:cubicBezTo>
                  <a:cubicBezTo>
                    <a:pt x="167" y="39"/>
                    <a:pt x="165" y="41"/>
                    <a:pt x="164" y="41"/>
                  </a:cubicBezTo>
                  <a:cubicBezTo>
                    <a:pt x="162" y="42"/>
                    <a:pt x="160" y="42"/>
                    <a:pt x="158" y="43"/>
                  </a:cubicBezTo>
                  <a:cubicBezTo>
                    <a:pt x="157" y="44"/>
                    <a:pt x="157" y="44"/>
                    <a:pt x="158" y="45"/>
                  </a:cubicBezTo>
                  <a:cubicBezTo>
                    <a:pt x="159" y="45"/>
                    <a:pt x="161" y="46"/>
                    <a:pt x="162" y="47"/>
                  </a:cubicBezTo>
                  <a:cubicBezTo>
                    <a:pt x="160" y="48"/>
                    <a:pt x="160" y="48"/>
                    <a:pt x="155" y="46"/>
                  </a:cubicBezTo>
                  <a:cubicBezTo>
                    <a:pt x="156" y="47"/>
                    <a:pt x="157" y="48"/>
                    <a:pt x="157" y="49"/>
                  </a:cubicBezTo>
                  <a:cubicBezTo>
                    <a:pt x="154" y="50"/>
                    <a:pt x="151" y="51"/>
                    <a:pt x="148" y="51"/>
                  </a:cubicBezTo>
                  <a:cubicBezTo>
                    <a:pt x="145" y="52"/>
                    <a:pt x="143" y="53"/>
                    <a:pt x="141" y="55"/>
                  </a:cubicBezTo>
                  <a:cubicBezTo>
                    <a:pt x="138" y="57"/>
                    <a:pt x="136" y="57"/>
                    <a:pt x="133" y="58"/>
                  </a:cubicBezTo>
                  <a:cubicBezTo>
                    <a:pt x="132" y="58"/>
                    <a:pt x="131" y="58"/>
                    <a:pt x="131" y="60"/>
                  </a:cubicBezTo>
                  <a:cubicBezTo>
                    <a:pt x="131" y="61"/>
                    <a:pt x="130" y="61"/>
                    <a:pt x="129" y="62"/>
                  </a:cubicBezTo>
                  <a:cubicBezTo>
                    <a:pt x="129" y="63"/>
                    <a:pt x="128" y="63"/>
                    <a:pt x="127" y="64"/>
                  </a:cubicBezTo>
                  <a:cubicBezTo>
                    <a:pt x="125" y="65"/>
                    <a:pt x="122" y="65"/>
                    <a:pt x="120" y="63"/>
                  </a:cubicBezTo>
                  <a:cubicBezTo>
                    <a:pt x="120" y="62"/>
                    <a:pt x="119" y="61"/>
                    <a:pt x="119" y="60"/>
                  </a:cubicBezTo>
                  <a:cubicBezTo>
                    <a:pt x="119" y="59"/>
                    <a:pt x="119" y="58"/>
                    <a:pt x="119" y="57"/>
                  </a:cubicBezTo>
                  <a:cubicBezTo>
                    <a:pt x="120" y="56"/>
                    <a:pt x="120" y="55"/>
                    <a:pt x="121" y="54"/>
                  </a:cubicBezTo>
                  <a:cubicBezTo>
                    <a:pt x="121" y="53"/>
                    <a:pt x="121" y="53"/>
                    <a:pt x="122" y="52"/>
                  </a:cubicBezTo>
                  <a:cubicBezTo>
                    <a:pt x="125" y="50"/>
                    <a:pt x="125" y="46"/>
                    <a:pt x="123" y="43"/>
                  </a:cubicBezTo>
                  <a:cubicBezTo>
                    <a:pt x="122" y="42"/>
                    <a:pt x="121" y="41"/>
                    <a:pt x="120" y="41"/>
                  </a:cubicBezTo>
                  <a:cubicBezTo>
                    <a:pt x="118" y="39"/>
                    <a:pt x="115" y="39"/>
                    <a:pt x="113" y="38"/>
                  </a:cubicBezTo>
                  <a:cubicBezTo>
                    <a:pt x="112" y="38"/>
                    <a:pt x="111" y="38"/>
                    <a:pt x="110" y="37"/>
                  </a:cubicBezTo>
                  <a:cubicBezTo>
                    <a:pt x="114" y="37"/>
                    <a:pt x="117" y="36"/>
                    <a:pt x="120" y="36"/>
                  </a:cubicBezTo>
                  <a:cubicBezTo>
                    <a:pt x="121" y="35"/>
                    <a:pt x="123" y="35"/>
                    <a:pt x="124" y="34"/>
                  </a:cubicBezTo>
                  <a:cubicBezTo>
                    <a:pt x="127" y="33"/>
                    <a:pt x="131" y="32"/>
                    <a:pt x="135" y="32"/>
                  </a:cubicBezTo>
                  <a:close/>
                  <a:moveTo>
                    <a:pt x="169" y="56"/>
                  </a:moveTo>
                  <a:cubicBezTo>
                    <a:pt x="169" y="56"/>
                    <a:pt x="168" y="57"/>
                    <a:pt x="168" y="58"/>
                  </a:cubicBezTo>
                  <a:cubicBezTo>
                    <a:pt x="166" y="58"/>
                    <a:pt x="165" y="59"/>
                    <a:pt x="164" y="60"/>
                  </a:cubicBezTo>
                  <a:cubicBezTo>
                    <a:pt x="162" y="60"/>
                    <a:pt x="161" y="60"/>
                    <a:pt x="160" y="59"/>
                  </a:cubicBezTo>
                  <a:cubicBezTo>
                    <a:pt x="159" y="58"/>
                    <a:pt x="159" y="58"/>
                    <a:pt x="158" y="58"/>
                  </a:cubicBezTo>
                  <a:cubicBezTo>
                    <a:pt x="158" y="58"/>
                    <a:pt x="158" y="57"/>
                    <a:pt x="158" y="57"/>
                  </a:cubicBezTo>
                  <a:cubicBezTo>
                    <a:pt x="159" y="57"/>
                    <a:pt x="159" y="57"/>
                    <a:pt x="160" y="56"/>
                  </a:cubicBezTo>
                  <a:cubicBezTo>
                    <a:pt x="162" y="56"/>
                    <a:pt x="164" y="55"/>
                    <a:pt x="166" y="55"/>
                  </a:cubicBezTo>
                  <a:cubicBezTo>
                    <a:pt x="167" y="54"/>
                    <a:pt x="168" y="54"/>
                    <a:pt x="169" y="56"/>
                  </a:cubicBezTo>
                  <a:close/>
                  <a:moveTo>
                    <a:pt x="92" y="37"/>
                  </a:moveTo>
                  <a:cubicBezTo>
                    <a:pt x="93" y="37"/>
                    <a:pt x="94" y="37"/>
                    <a:pt x="95" y="36"/>
                  </a:cubicBezTo>
                  <a:cubicBezTo>
                    <a:pt x="96" y="36"/>
                    <a:pt x="98" y="36"/>
                    <a:pt x="98" y="34"/>
                  </a:cubicBezTo>
                  <a:cubicBezTo>
                    <a:pt x="99" y="34"/>
                    <a:pt x="99" y="33"/>
                    <a:pt x="100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2"/>
                    <a:pt x="105" y="32"/>
                    <a:pt x="106" y="32"/>
                  </a:cubicBezTo>
                  <a:cubicBezTo>
                    <a:pt x="108" y="32"/>
                    <a:pt x="109" y="32"/>
                    <a:pt x="110" y="31"/>
                  </a:cubicBezTo>
                  <a:cubicBezTo>
                    <a:pt x="113" y="30"/>
                    <a:pt x="115" y="30"/>
                    <a:pt x="118" y="30"/>
                  </a:cubicBezTo>
                  <a:cubicBezTo>
                    <a:pt x="118" y="30"/>
                    <a:pt x="119" y="30"/>
                    <a:pt x="120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1"/>
                  </a:cubicBezTo>
                  <a:cubicBezTo>
                    <a:pt x="120" y="33"/>
                    <a:pt x="116" y="34"/>
                    <a:pt x="113" y="35"/>
                  </a:cubicBezTo>
                  <a:cubicBezTo>
                    <a:pt x="108" y="35"/>
                    <a:pt x="104" y="37"/>
                    <a:pt x="100" y="40"/>
                  </a:cubicBezTo>
                  <a:cubicBezTo>
                    <a:pt x="98" y="41"/>
                    <a:pt x="97" y="41"/>
                    <a:pt x="96" y="39"/>
                  </a:cubicBezTo>
                  <a:cubicBezTo>
                    <a:pt x="96" y="39"/>
                    <a:pt x="96" y="39"/>
                    <a:pt x="96" y="39"/>
                  </a:cubicBezTo>
                  <a:cubicBezTo>
                    <a:pt x="96" y="39"/>
                    <a:pt x="95" y="39"/>
                    <a:pt x="95" y="39"/>
                  </a:cubicBezTo>
                  <a:cubicBezTo>
                    <a:pt x="93" y="39"/>
                    <a:pt x="92" y="38"/>
                    <a:pt x="91" y="38"/>
                  </a:cubicBezTo>
                  <a:cubicBezTo>
                    <a:pt x="91" y="38"/>
                    <a:pt x="92" y="37"/>
                    <a:pt x="92" y="37"/>
                  </a:cubicBez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5" y="39"/>
                    <a:pt x="86" y="39"/>
                    <a:pt x="88" y="40"/>
                  </a:cubicBezTo>
                  <a:cubicBezTo>
                    <a:pt x="90" y="41"/>
                    <a:pt x="92" y="41"/>
                    <a:pt x="95" y="40"/>
                  </a:cubicBezTo>
                  <a:cubicBezTo>
                    <a:pt x="95" y="40"/>
                    <a:pt x="95" y="40"/>
                    <a:pt x="95" y="40"/>
                  </a:cubicBezTo>
                  <a:cubicBezTo>
                    <a:pt x="95" y="41"/>
                    <a:pt x="94" y="41"/>
                    <a:pt x="94" y="42"/>
                  </a:cubicBezTo>
                  <a:cubicBezTo>
                    <a:pt x="94" y="42"/>
                    <a:pt x="92" y="42"/>
                    <a:pt x="91" y="42"/>
                  </a:cubicBezTo>
                  <a:cubicBezTo>
                    <a:pt x="90" y="43"/>
                    <a:pt x="90" y="43"/>
                    <a:pt x="90" y="44"/>
                  </a:cubicBezTo>
                  <a:cubicBezTo>
                    <a:pt x="90" y="44"/>
                    <a:pt x="90" y="44"/>
                    <a:pt x="91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8"/>
                    <a:pt x="103" y="48"/>
                    <a:pt x="104" y="49"/>
                  </a:cubicBezTo>
                  <a:cubicBezTo>
                    <a:pt x="103" y="49"/>
                    <a:pt x="103" y="50"/>
                    <a:pt x="103" y="50"/>
                  </a:cubicBezTo>
                  <a:cubicBezTo>
                    <a:pt x="103" y="53"/>
                    <a:pt x="103" y="54"/>
                    <a:pt x="106" y="54"/>
                  </a:cubicBezTo>
                  <a:cubicBezTo>
                    <a:pt x="106" y="56"/>
                    <a:pt x="106" y="56"/>
                    <a:pt x="105" y="57"/>
                  </a:cubicBezTo>
                  <a:cubicBezTo>
                    <a:pt x="103" y="57"/>
                    <a:pt x="101" y="58"/>
                    <a:pt x="99" y="58"/>
                  </a:cubicBezTo>
                  <a:cubicBezTo>
                    <a:pt x="98" y="59"/>
                    <a:pt x="97" y="59"/>
                    <a:pt x="97" y="60"/>
                  </a:cubicBezTo>
                  <a:cubicBezTo>
                    <a:pt x="97" y="60"/>
                    <a:pt x="97" y="61"/>
                    <a:pt x="97" y="61"/>
                  </a:cubicBezTo>
                  <a:cubicBezTo>
                    <a:pt x="95" y="62"/>
                    <a:pt x="93" y="62"/>
                    <a:pt x="92" y="61"/>
                  </a:cubicBezTo>
                  <a:cubicBezTo>
                    <a:pt x="90" y="60"/>
                    <a:pt x="91" y="58"/>
                    <a:pt x="92" y="57"/>
                  </a:cubicBezTo>
                  <a:cubicBezTo>
                    <a:pt x="92" y="57"/>
                    <a:pt x="93" y="56"/>
                    <a:pt x="93" y="56"/>
                  </a:cubicBezTo>
                  <a:cubicBezTo>
                    <a:pt x="94" y="56"/>
                    <a:pt x="95" y="56"/>
                    <a:pt x="97" y="56"/>
                  </a:cubicBezTo>
                  <a:cubicBezTo>
                    <a:pt x="97" y="56"/>
                    <a:pt x="98" y="55"/>
                    <a:pt x="98" y="55"/>
                  </a:cubicBezTo>
                  <a:cubicBezTo>
                    <a:pt x="98" y="54"/>
                    <a:pt x="98" y="54"/>
                    <a:pt x="97" y="53"/>
                  </a:cubicBezTo>
                  <a:cubicBezTo>
                    <a:pt x="95" y="51"/>
                    <a:pt x="92" y="50"/>
                    <a:pt x="89" y="49"/>
                  </a:cubicBezTo>
                  <a:cubicBezTo>
                    <a:pt x="88" y="49"/>
                    <a:pt x="87" y="49"/>
                    <a:pt x="86" y="49"/>
                  </a:cubicBezTo>
                  <a:cubicBezTo>
                    <a:pt x="84" y="49"/>
                    <a:pt x="82" y="49"/>
                    <a:pt x="80" y="49"/>
                  </a:cubicBezTo>
                  <a:cubicBezTo>
                    <a:pt x="79" y="49"/>
                    <a:pt x="78" y="49"/>
                    <a:pt x="78" y="47"/>
                  </a:cubicBezTo>
                  <a:cubicBezTo>
                    <a:pt x="77" y="46"/>
                    <a:pt x="78" y="45"/>
                    <a:pt x="79" y="45"/>
                  </a:cubicBezTo>
                  <a:cubicBezTo>
                    <a:pt x="79" y="45"/>
                    <a:pt x="80" y="45"/>
                    <a:pt x="80" y="45"/>
                  </a:cubicBezTo>
                  <a:cubicBezTo>
                    <a:pt x="81" y="45"/>
                    <a:pt x="83" y="45"/>
                    <a:pt x="84" y="44"/>
                  </a:cubicBezTo>
                  <a:cubicBezTo>
                    <a:pt x="85" y="44"/>
                    <a:pt x="86" y="44"/>
                    <a:pt x="86" y="43"/>
                  </a:cubicBezTo>
                  <a:cubicBezTo>
                    <a:pt x="86" y="42"/>
                    <a:pt x="85" y="41"/>
                    <a:pt x="84" y="41"/>
                  </a:cubicBezTo>
                  <a:close/>
                  <a:moveTo>
                    <a:pt x="103" y="84"/>
                  </a:moveTo>
                  <a:cubicBezTo>
                    <a:pt x="104" y="85"/>
                    <a:pt x="105" y="86"/>
                    <a:pt x="105" y="86"/>
                  </a:cubicBezTo>
                  <a:cubicBezTo>
                    <a:pt x="104" y="87"/>
                    <a:pt x="103" y="88"/>
                    <a:pt x="102" y="88"/>
                  </a:cubicBezTo>
                  <a:cubicBezTo>
                    <a:pt x="100" y="88"/>
                    <a:pt x="98" y="87"/>
                    <a:pt x="96" y="87"/>
                  </a:cubicBezTo>
                  <a:cubicBezTo>
                    <a:pt x="98" y="85"/>
                    <a:pt x="100" y="83"/>
                    <a:pt x="103" y="82"/>
                  </a:cubicBezTo>
                  <a:cubicBezTo>
                    <a:pt x="102" y="83"/>
                    <a:pt x="102" y="83"/>
                    <a:pt x="102" y="83"/>
                  </a:cubicBezTo>
                  <a:cubicBezTo>
                    <a:pt x="102" y="83"/>
                    <a:pt x="103" y="84"/>
                    <a:pt x="103" y="84"/>
                  </a:cubicBezTo>
                  <a:close/>
                  <a:moveTo>
                    <a:pt x="109" y="221"/>
                  </a:moveTo>
                  <a:cubicBezTo>
                    <a:pt x="107" y="222"/>
                    <a:pt x="106" y="223"/>
                    <a:pt x="104" y="224"/>
                  </a:cubicBezTo>
                  <a:cubicBezTo>
                    <a:pt x="103" y="226"/>
                    <a:pt x="103" y="227"/>
                    <a:pt x="103" y="228"/>
                  </a:cubicBezTo>
                  <a:cubicBezTo>
                    <a:pt x="102" y="231"/>
                    <a:pt x="102" y="234"/>
                    <a:pt x="101" y="236"/>
                  </a:cubicBezTo>
                  <a:cubicBezTo>
                    <a:pt x="100" y="237"/>
                    <a:pt x="98" y="238"/>
                    <a:pt x="97" y="240"/>
                  </a:cubicBezTo>
                  <a:cubicBezTo>
                    <a:pt x="96" y="242"/>
                    <a:pt x="92" y="243"/>
                    <a:pt x="90" y="241"/>
                  </a:cubicBezTo>
                  <a:cubicBezTo>
                    <a:pt x="89" y="243"/>
                    <a:pt x="91" y="244"/>
                    <a:pt x="91" y="245"/>
                  </a:cubicBezTo>
                  <a:cubicBezTo>
                    <a:pt x="92" y="247"/>
                    <a:pt x="92" y="247"/>
                    <a:pt x="91" y="248"/>
                  </a:cubicBezTo>
                  <a:cubicBezTo>
                    <a:pt x="89" y="249"/>
                    <a:pt x="87" y="251"/>
                    <a:pt x="86" y="252"/>
                  </a:cubicBezTo>
                  <a:cubicBezTo>
                    <a:pt x="85" y="253"/>
                    <a:pt x="84" y="255"/>
                    <a:pt x="85" y="256"/>
                  </a:cubicBezTo>
                  <a:cubicBezTo>
                    <a:pt x="85" y="258"/>
                    <a:pt x="85" y="259"/>
                    <a:pt x="84" y="260"/>
                  </a:cubicBezTo>
                  <a:cubicBezTo>
                    <a:pt x="84" y="261"/>
                    <a:pt x="84" y="262"/>
                    <a:pt x="84" y="262"/>
                  </a:cubicBezTo>
                  <a:cubicBezTo>
                    <a:pt x="84" y="264"/>
                    <a:pt x="85" y="265"/>
                    <a:pt x="85" y="266"/>
                  </a:cubicBezTo>
                  <a:cubicBezTo>
                    <a:pt x="85" y="268"/>
                    <a:pt x="85" y="271"/>
                    <a:pt x="85" y="273"/>
                  </a:cubicBezTo>
                  <a:cubicBezTo>
                    <a:pt x="85" y="274"/>
                    <a:pt x="86" y="274"/>
                    <a:pt x="87" y="274"/>
                  </a:cubicBezTo>
                  <a:cubicBezTo>
                    <a:pt x="87" y="275"/>
                    <a:pt x="88" y="275"/>
                    <a:pt x="88" y="275"/>
                  </a:cubicBezTo>
                  <a:cubicBezTo>
                    <a:pt x="88" y="277"/>
                    <a:pt x="89" y="278"/>
                    <a:pt x="90" y="279"/>
                  </a:cubicBezTo>
                  <a:cubicBezTo>
                    <a:pt x="88" y="280"/>
                    <a:pt x="86" y="280"/>
                    <a:pt x="85" y="279"/>
                  </a:cubicBezTo>
                  <a:cubicBezTo>
                    <a:pt x="85" y="279"/>
                    <a:pt x="85" y="279"/>
                    <a:pt x="85" y="279"/>
                  </a:cubicBezTo>
                  <a:cubicBezTo>
                    <a:pt x="84" y="277"/>
                    <a:pt x="83" y="276"/>
                    <a:pt x="81" y="275"/>
                  </a:cubicBezTo>
                  <a:cubicBezTo>
                    <a:pt x="78" y="274"/>
                    <a:pt x="76" y="272"/>
                    <a:pt x="75" y="270"/>
                  </a:cubicBezTo>
                  <a:cubicBezTo>
                    <a:pt x="73" y="267"/>
                    <a:pt x="72" y="264"/>
                    <a:pt x="73" y="261"/>
                  </a:cubicBezTo>
                  <a:cubicBezTo>
                    <a:pt x="73" y="259"/>
                    <a:pt x="72" y="256"/>
                    <a:pt x="70" y="256"/>
                  </a:cubicBezTo>
                  <a:cubicBezTo>
                    <a:pt x="69" y="256"/>
                    <a:pt x="69" y="255"/>
                    <a:pt x="69" y="254"/>
                  </a:cubicBezTo>
                  <a:cubicBezTo>
                    <a:pt x="69" y="252"/>
                    <a:pt x="69" y="250"/>
                    <a:pt x="68" y="247"/>
                  </a:cubicBezTo>
                  <a:cubicBezTo>
                    <a:pt x="68" y="243"/>
                    <a:pt x="67" y="238"/>
                    <a:pt x="67" y="234"/>
                  </a:cubicBezTo>
                  <a:cubicBezTo>
                    <a:pt x="67" y="230"/>
                    <a:pt x="67" y="227"/>
                    <a:pt x="67" y="223"/>
                  </a:cubicBezTo>
                  <a:cubicBezTo>
                    <a:pt x="67" y="221"/>
                    <a:pt x="67" y="220"/>
                    <a:pt x="67" y="218"/>
                  </a:cubicBezTo>
                  <a:cubicBezTo>
                    <a:pt x="67" y="214"/>
                    <a:pt x="64" y="211"/>
                    <a:pt x="60" y="209"/>
                  </a:cubicBezTo>
                  <a:cubicBezTo>
                    <a:pt x="58" y="209"/>
                    <a:pt x="56" y="207"/>
                    <a:pt x="56" y="205"/>
                  </a:cubicBezTo>
                  <a:cubicBezTo>
                    <a:pt x="56" y="203"/>
                    <a:pt x="55" y="201"/>
                    <a:pt x="54" y="200"/>
                  </a:cubicBezTo>
                  <a:cubicBezTo>
                    <a:pt x="51" y="199"/>
                    <a:pt x="50" y="197"/>
                    <a:pt x="49" y="194"/>
                  </a:cubicBezTo>
                  <a:cubicBezTo>
                    <a:pt x="48" y="194"/>
                    <a:pt x="48" y="193"/>
                    <a:pt x="47" y="192"/>
                  </a:cubicBezTo>
                  <a:cubicBezTo>
                    <a:pt x="46" y="191"/>
                    <a:pt x="46" y="189"/>
                    <a:pt x="46" y="188"/>
                  </a:cubicBezTo>
                  <a:cubicBezTo>
                    <a:pt x="46" y="187"/>
                    <a:pt x="46" y="185"/>
                    <a:pt x="46" y="184"/>
                  </a:cubicBezTo>
                  <a:cubicBezTo>
                    <a:pt x="46" y="184"/>
                    <a:pt x="45" y="183"/>
                    <a:pt x="45" y="182"/>
                  </a:cubicBezTo>
                  <a:cubicBezTo>
                    <a:pt x="46" y="180"/>
                    <a:pt x="47" y="178"/>
                    <a:pt x="48" y="176"/>
                  </a:cubicBezTo>
                  <a:cubicBezTo>
                    <a:pt x="49" y="174"/>
                    <a:pt x="50" y="171"/>
                    <a:pt x="51" y="169"/>
                  </a:cubicBezTo>
                  <a:cubicBezTo>
                    <a:pt x="52" y="167"/>
                    <a:pt x="51" y="164"/>
                    <a:pt x="49" y="162"/>
                  </a:cubicBezTo>
                  <a:cubicBezTo>
                    <a:pt x="48" y="162"/>
                    <a:pt x="48" y="162"/>
                    <a:pt x="47" y="162"/>
                  </a:cubicBezTo>
                  <a:cubicBezTo>
                    <a:pt x="45" y="163"/>
                    <a:pt x="43" y="163"/>
                    <a:pt x="42" y="162"/>
                  </a:cubicBezTo>
                  <a:cubicBezTo>
                    <a:pt x="39" y="160"/>
                    <a:pt x="37" y="158"/>
                    <a:pt x="35" y="155"/>
                  </a:cubicBezTo>
                  <a:cubicBezTo>
                    <a:pt x="35" y="154"/>
                    <a:pt x="35" y="154"/>
                    <a:pt x="34" y="154"/>
                  </a:cubicBezTo>
                  <a:cubicBezTo>
                    <a:pt x="33" y="153"/>
                    <a:pt x="33" y="153"/>
                    <a:pt x="32" y="153"/>
                  </a:cubicBezTo>
                  <a:cubicBezTo>
                    <a:pt x="30" y="153"/>
                    <a:pt x="28" y="152"/>
                    <a:pt x="27" y="151"/>
                  </a:cubicBezTo>
                  <a:cubicBezTo>
                    <a:pt x="25" y="149"/>
                    <a:pt x="23" y="148"/>
                    <a:pt x="20" y="148"/>
                  </a:cubicBezTo>
                  <a:cubicBezTo>
                    <a:pt x="20" y="148"/>
                    <a:pt x="20" y="148"/>
                    <a:pt x="19" y="148"/>
                  </a:cubicBezTo>
                  <a:cubicBezTo>
                    <a:pt x="15" y="147"/>
                    <a:pt x="11" y="145"/>
                    <a:pt x="7" y="141"/>
                  </a:cubicBezTo>
                  <a:cubicBezTo>
                    <a:pt x="6" y="140"/>
                    <a:pt x="6" y="138"/>
                    <a:pt x="6" y="136"/>
                  </a:cubicBezTo>
                  <a:cubicBezTo>
                    <a:pt x="7" y="127"/>
                    <a:pt x="9" y="118"/>
                    <a:pt x="12" y="109"/>
                  </a:cubicBezTo>
                  <a:cubicBezTo>
                    <a:pt x="17" y="95"/>
                    <a:pt x="23" y="82"/>
                    <a:pt x="32" y="70"/>
                  </a:cubicBezTo>
                  <a:cubicBezTo>
                    <a:pt x="35" y="66"/>
                    <a:pt x="38" y="62"/>
                    <a:pt x="42" y="57"/>
                  </a:cubicBezTo>
                  <a:cubicBezTo>
                    <a:pt x="42" y="57"/>
                    <a:pt x="43" y="56"/>
                    <a:pt x="44" y="57"/>
                  </a:cubicBezTo>
                  <a:cubicBezTo>
                    <a:pt x="45" y="57"/>
                    <a:pt x="46" y="58"/>
                    <a:pt x="47" y="57"/>
                  </a:cubicBezTo>
                  <a:cubicBezTo>
                    <a:pt x="50" y="57"/>
                    <a:pt x="52" y="57"/>
                    <a:pt x="55" y="57"/>
                  </a:cubicBezTo>
                  <a:cubicBezTo>
                    <a:pt x="58" y="56"/>
                    <a:pt x="62" y="55"/>
                    <a:pt x="65" y="54"/>
                  </a:cubicBezTo>
                  <a:cubicBezTo>
                    <a:pt x="67" y="52"/>
                    <a:pt x="68" y="50"/>
                    <a:pt x="69" y="47"/>
                  </a:cubicBezTo>
                  <a:cubicBezTo>
                    <a:pt x="69" y="47"/>
                    <a:pt x="69" y="46"/>
                    <a:pt x="69" y="45"/>
                  </a:cubicBezTo>
                  <a:cubicBezTo>
                    <a:pt x="70" y="43"/>
                    <a:pt x="70" y="43"/>
                    <a:pt x="73" y="43"/>
                  </a:cubicBezTo>
                  <a:cubicBezTo>
                    <a:pt x="75" y="44"/>
                    <a:pt x="77" y="44"/>
                    <a:pt x="79" y="44"/>
                  </a:cubicBezTo>
                  <a:cubicBezTo>
                    <a:pt x="77" y="45"/>
                    <a:pt x="75" y="46"/>
                    <a:pt x="74" y="46"/>
                  </a:cubicBezTo>
                  <a:cubicBezTo>
                    <a:pt x="72" y="47"/>
                    <a:pt x="73" y="47"/>
                    <a:pt x="73" y="48"/>
                  </a:cubicBezTo>
                  <a:cubicBezTo>
                    <a:pt x="74" y="49"/>
                    <a:pt x="76" y="51"/>
                    <a:pt x="77" y="52"/>
                  </a:cubicBezTo>
                  <a:cubicBezTo>
                    <a:pt x="77" y="52"/>
                    <a:pt x="78" y="53"/>
                    <a:pt x="78" y="52"/>
                  </a:cubicBezTo>
                  <a:cubicBezTo>
                    <a:pt x="80" y="52"/>
                    <a:pt x="83" y="51"/>
                    <a:pt x="85" y="51"/>
                  </a:cubicBezTo>
                  <a:cubicBezTo>
                    <a:pt x="85" y="53"/>
                    <a:pt x="84" y="53"/>
                    <a:pt x="83" y="54"/>
                  </a:cubicBezTo>
                  <a:cubicBezTo>
                    <a:pt x="82" y="55"/>
                    <a:pt x="81" y="56"/>
                    <a:pt x="80" y="56"/>
                  </a:cubicBezTo>
                  <a:cubicBezTo>
                    <a:pt x="77" y="56"/>
                    <a:pt x="74" y="57"/>
                    <a:pt x="72" y="57"/>
                  </a:cubicBezTo>
                  <a:cubicBezTo>
                    <a:pt x="71" y="59"/>
                    <a:pt x="70" y="60"/>
                    <a:pt x="68" y="60"/>
                  </a:cubicBezTo>
                  <a:cubicBezTo>
                    <a:pt x="64" y="61"/>
                    <a:pt x="61" y="63"/>
                    <a:pt x="58" y="65"/>
                  </a:cubicBezTo>
                  <a:cubicBezTo>
                    <a:pt x="56" y="66"/>
                    <a:pt x="55" y="69"/>
                    <a:pt x="56" y="71"/>
                  </a:cubicBezTo>
                  <a:cubicBezTo>
                    <a:pt x="56" y="72"/>
                    <a:pt x="56" y="73"/>
                    <a:pt x="58" y="72"/>
                  </a:cubicBezTo>
                  <a:cubicBezTo>
                    <a:pt x="58" y="72"/>
                    <a:pt x="58" y="72"/>
                    <a:pt x="59" y="72"/>
                  </a:cubicBezTo>
                  <a:cubicBezTo>
                    <a:pt x="60" y="73"/>
                    <a:pt x="61" y="74"/>
                    <a:pt x="63" y="74"/>
                  </a:cubicBezTo>
                  <a:cubicBezTo>
                    <a:pt x="64" y="75"/>
                    <a:pt x="65" y="76"/>
                    <a:pt x="66" y="75"/>
                  </a:cubicBezTo>
                  <a:cubicBezTo>
                    <a:pt x="67" y="75"/>
                    <a:pt x="67" y="75"/>
                    <a:pt x="67" y="75"/>
                  </a:cubicBezTo>
                  <a:cubicBezTo>
                    <a:pt x="67" y="78"/>
                    <a:pt x="67" y="80"/>
                    <a:pt x="66" y="82"/>
                  </a:cubicBezTo>
                  <a:cubicBezTo>
                    <a:pt x="68" y="82"/>
                    <a:pt x="69" y="81"/>
                    <a:pt x="70" y="80"/>
                  </a:cubicBezTo>
                  <a:cubicBezTo>
                    <a:pt x="73" y="76"/>
                    <a:pt x="75" y="72"/>
                    <a:pt x="78" y="69"/>
                  </a:cubicBezTo>
                  <a:cubicBezTo>
                    <a:pt x="79" y="68"/>
                    <a:pt x="79" y="68"/>
                    <a:pt x="79" y="67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81" y="64"/>
                    <a:pt x="84" y="63"/>
                    <a:pt x="87" y="63"/>
                  </a:cubicBezTo>
                  <a:cubicBezTo>
                    <a:pt x="89" y="64"/>
                    <a:pt x="90" y="64"/>
                    <a:pt x="90" y="66"/>
                  </a:cubicBezTo>
                  <a:cubicBezTo>
                    <a:pt x="90" y="67"/>
                    <a:pt x="91" y="67"/>
                    <a:pt x="92" y="67"/>
                  </a:cubicBezTo>
                  <a:cubicBezTo>
                    <a:pt x="94" y="67"/>
                    <a:pt x="96" y="67"/>
                    <a:pt x="99" y="66"/>
                  </a:cubicBezTo>
                  <a:cubicBezTo>
                    <a:pt x="99" y="66"/>
                    <a:pt x="99" y="66"/>
                    <a:pt x="99" y="67"/>
                  </a:cubicBezTo>
                  <a:cubicBezTo>
                    <a:pt x="99" y="67"/>
                    <a:pt x="99" y="68"/>
                    <a:pt x="99" y="68"/>
                  </a:cubicBezTo>
                  <a:cubicBezTo>
                    <a:pt x="98" y="72"/>
                    <a:pt x="100" y="76"/>
                    <a:pt x="103" y="77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01" y="80"/>
                    <a:pt x="98" y="82"/>
                    <a:pt x="94" y="82"/>
                  </a:cubicBezTo>
                  <a:cubicBezTo>
                    <a:pt x="92" y="82"/>
                    <a:pt x="89" y="82"/>
                    <a:pt x="87" y="84"/>
                  </a:cubicBezTo>
                  <a:cubicBezTo>
                    <a:pt x="85" y="85"/>
                    <a:pt x="83" y="85"/>
                    <a:pt x="81" y="86"/>
                  </a:cubicBezTo>
                  <a:cubicBezTo>
                    <a:pt x="81" y="86"/>
                    <a:pt x="80" y="87"/>
                    <a:pt x="80" y="87"/>
                  </a:cubicBezTo>
                  <a:cubicBezTo>
                    <a:pt x="80" y="88"/>
                    <a:pt x="80" y="88"/>
                    <a:pt x="80" y="88"/>
                  </a:cubicBezTo>
                  <a:cubicBezTo>
                    <a:pt x="87" y="87"/>
                    <a:pt x="87" y="87"/>
                    <a:pt x="87" y="87"/>
                  </a:cubicBezTo>
                  <a:cubicBezTo>
                    <a:pt x="87" y="89"/>
                    <a:pt x="87" y="90"/>
                    <a:pt x="89" y="90"/>
                  </a:cubicBezTo>
                  <a:cubicBezTo>
                    <a:pt x="90" y="90"/>
                    <a:pt x="90" y="91"/>
                    <a:pt x="91" y="92"/>
                  </a:cubicBezTo>
                  <a:cubicBezTo>
                    <a:pt x="88" y="93"/>
                    <a:pt x="86" y="96"/>
                    <a:pt x="82" y="95"/>
                  </a:cubicBezTo>
                  <a:cubicBezTo>
                    <a:pt x="86" y="92"/>
                    <a:pt x="86" y="92"/>
                    <a:pt x="86" y="92"/>
                  </a:cubicBezTo>
                  <a:cubicBezTo>
                    <a:pt x="84" y="91"/>
                    <a:pt x="84" y="90"/>
                    <a:pt x="82" y="92"/>
                  </a:cubicBezTo>
                  <a:cubicBezTo>
                    <a:pt x="80" y="93"/>
                    <a:pt x="78" y="94"/>
                    <a:pt x="76" y="96"/>
                  </a:cubicBezTo>
                  <a:cubicBezTo>
                    <a:pt x="76" y="96"/>
                    <a:pt x="75" y="97"/>
                    <a:pt x="75" y="97"/>
                  </a:cubicBezTo>
                  <a:cubicBezTo>
                    <a:pt x="72" y="97"/>
                    <a:pt x="70" y="100"/>
                    <a:pt x="68" y="102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67" y="104"/>
                    <a:pt x="65" y="104"/>
                    <a:pt x="64" y="104"/>
                  </a:cubicBezTo>
                  <a:cubicBezTo>
                    <a:pt x="63" y="104"/>
                    <a:pt x="63" y="105"/>
                    <a:pt x="62" y="105"/>
                  </a:cubicBezTo>
                  <a:cubicBezTo>
                    <a:pt x="62" y="105"/>
                    <a:pt x="61" y="106"/>
                    <a:pt x="61" y="107"/>
                  </a:cubicBezTo>
                  <a:cubicBezTo>
                    <a:pt x="62" y="110"/>
                    <a:pt x="60" y="112"/>
                    <a:pt x="58" y="113"/>
                  </a:cubicBezTo>
                  <a:cubicBezTo>
                    <a:pt x="55" y="115"/>
                    <a:pt x="53" y="116"/>
                    <a:pt x="51" y="117"/>
                  </a:cubicBezTo>
                  <a:cubicBezTo>
                    <a:pt x="50" y="119"/>
                    <a:pt x="49" y="122"/>
                    <a:pt x="50" y="124"/>
                  </a:cubicBezTo>
                  <a:cubicBezTo>
                    <a:pt x="51" y="126"/>
                    <a:pt x="51" y="128"/>
                    <a:pt x="50" y="129"/>
                  </a:cubicBezTo>
                  <a:cubicBezTo>
                    <a:pt x="50" y="130"/>
                    <a:pt x="49" y="130"/>
                    <a:pt x="48" y="130"/>
                  </a:cubicBezTo>
                  <a:cubicBezTo>
                    <a:pt x="48" y="130"/>
                    <a:pt x="47" y="129"/>
                    <a:pt x="47" y="129"/>
                  </a:cubicBezTo>
                  <a:cubicBezTo>
                    <a:pt x="47" y="127"/>
                    <a:pt x="46" y="125"/>
                    <a:pt x="46" y="123"/>
                  </a:cubicBezTo>
                  <a:cubicBezTo>
                    <a:pt x="46" y="122"/>
                    <a:pt x="45" y="121"/>
                    <a:pt x="45" y="121"/>
                  </a:cubicBezTo>
                  <a:cubicBezTo>
                    <a:pt x="44" y="121"/>
                    <a:pt x="44" y="121"/>
                    <a:pt x="44" y="121"/>
                  </a:cubicBezTo>
                  <a:cubicBezTo>
                    <a:pt x="44" y="122"/>
                    <a:pt x="44" y="122"/>
                    <a:pt x="44" y="123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4" y="123"/>
                    <a:pt x="43" y="122"/>
                    <a:pt x="42" y="122"/>
                  </a:cubicBezTo>
                  <a:cubicBezTo>
                    <a:pt x="42" y="121"/>
                    <a:pt x="41" y="120"/>
                    <a:pt x="40" y="120"/>
                  </a:cubicBezTo>
                  <a:cubicBezTo>
                    <a:pt x="39" y="119"/>
                    <a:pt x="38" y="120"/>
                    <a:pt x="37" y="121"/>
                  </a:cubicBezTo>
                  <a:cubicBezTo>
                    <a:pt x="36" y="122"/>
                    <a:pt x="35" y="123"/>
                    <a:pt x="34" y="124"/>
                  </a:cubicBezTo>
                  <a:cubicBezTo>
                    <a:pt x="33" y="123"/>
                    <a:pt x="32" y="122"/>
                    <a:pt x="32" y="122"/>
                  </a:cubicBezTo>
                  <a:cubicBezTo>
                    <a:pt x="31" y="121"/>
                    <a:pt x="31" y="121"/>
                    <a:pt x="30" y="121"/>
                  </a:cubicBezTo>
                  <a:cubicBezTo>
                    <a:pt x="28" y="121"/>
                    <a:pt x="26" y="122"/>
                    <a:pt x="25" y="124"/>
                  </a:cubicBezTo>
                  <a:cubicBezTo>
                    <a:pt x="24" y="126"/>
                    <a:pt x="22" y="127"/>
                    <a:pt x="21" y="128"/>
                  </a:cubicBezTo>
                  <a:cubicBezTo>
                    <a:pt x="19" y="129"/>
                    <a:pt x="19" y="131"/>
                    <a:pt x="20" y="133"/>
                  </a:cubicBezTo>
                  <a:cubicBezTo>
                    <a:pt x="20" y="134"/>
                    <a:pt x="20" y="134"/>
                    <a:pt x="20" y="135"/>
                  </a:cubicBezTo>
                  <a:cubicBezTo>
                    <a:pt x="19" y="139"/>
                    <a:pt x="21" y="143"/>
                    <a:pt x="25" y="144"/>
                  </a:cubicBezTo>
                  <a:cubicBezTo>
                    <a:pt x="27" y="144"/>
                    <a:pt x="29" y="144"/>
                    <a:pt x="30" y="142"/>
                  </a:cubicBezTo>
                  <a:cubicBezTo>
                    <a:pt x="31" y="141"/>
                    <a:pt x="31" y="140"/>
                    <a:pt x="32" y="139"/>
                  </a:cubicBezTo>
                  <a:cubicBezTo>
                    <a:pt x="32" y="138"/>
                    <a:pt x="33" y="137"/>
                    <a:pt x="34" y="138"/>
                  </a:cubicBezTo>
                  <a:cubicBezTo>
                    <a:pt x="34" y="138"/>
                    <a:pt x="34" y="138"/>
                    <a:pt x="34" y="138"/>
                  </a:cubicBezTo>
                  <a:cubicBezTo>
                    <a:pt x="35" y="138"/>
                    <a:pt x="35" y="139"/>
                    <a:pt x="35" y="140"/>
                  </a:cubicBezTo>
                  <a:cubicBezTo>
                    <a:pt x="35" y="142"/>
                    <a:pt x="34" y="143"/>
                    <a:pt x="34" y="145"/>
                  </a:cubicBezTo>
                  <a:cubicBezTo>
                    <a:pt x="33" y="146"/>
                    <a:pt x="34" y="147"/>
                    <a:pt x="35" y="147"/>
                  </a:cubicBezTo>
                  <a:cubicBezTo>
                    <a:pt x="37" y="148"/>
                    <a:pt x="38" y="148"/>
                    <a:pt x="39" y="148"/>
                  </a:cubicBezTo>
                  <a:cubicBezTo>
                    <a:pt x="40" y="148"/>
                    <a:pt x="41" y="149"/>
                    <a:pt x="42" y="150"/>
                  </a:cubicBezTo>
                  <a:cubicBezTo>
                    <a:pt x="42" y="150"/>
                    <a:pt x="42" y="151"/>
                    <a:pt x="42" y="151"/>
                  </a:cubicBezTo>
                  <a:cubicBezTo>
                    <a:pt x="41" y="153"/>
                    <a:pt x="41" y="155"/>
                    <a:pt x="42" y="156"/>
                  </a:cubicBezTo>
                  <a:cubicBezTo>
                    <a:pt x="42" y="158"/>
                    <a:pt x="42" y="159"/>
                    <a:pt x="43" y="159"/>
                  </a:cubicBezTo>
                  <a:cubicBezTo>
                    <a:pt x="44" y="160"/>
                    <a:pt x="45" y="160"/>
                    <a:pt x="45" y="159"/>
                  </a:cubicBezTo>
                  <a:cubicBezTo>
                    <a:pt x="46" y="159"/>
                    <a:pt x="48" y="158"/>
                    <a:pt x="49" y="159"/>
                  </a:cubicBezTo>
                  <a:cubicBezTo>
                    <a:pt x="50" y="159"/>
                    <a:pt x="50" y="159"/>
                    <a:pt x="51" y="159"/>
                  </a:cubicBezTo>
                  <a:cubicBezTo>
                    <a:pt x="53" y="160"/>
                    <a:pt x="54" y="159"/>
                    <a:pt x="55" y="158"/>
                  </a:cubicBezTo>
                  <a:cubicBezTo>
                    <a:pt x="56" y="157"/>
                    <a:pt x="57" y="156"/>
                    <a:pt x="59" y="155"/>
                  </a:cubicBezTo>
                  <a:cubicBezTo>
                    <a:pt x="59" y="155"/>
                    <a:pt x="60" y="155"/>
                    <a:pt x="60" y="156"/>
                  </a:cubicBezTo>
                  <a:cubicBezTo>
                    <a:pt x="60" y="156"/>
                    <a:pt x="60" y="157"/>
                    <a:pt x="60" y="157"/>
                  </a:cubicBezTo>
                  <a:cubicBezTo>
                    <a:pt x="59" y="158"/>
                    <a:pt x="59" y="159"/>
                    <a:pt x="60" y="159"/>
                  </a:cubicBezTo>
                  <a:cubicBezTo>
                    <a:pt x="63" y="160"/>
                    <a:pt x="63" y="160"/>
                    <a:pt x="63" y="160"/>
                  </a:cubicBezTo>
                  <a:cubicBezTo>
                    <a:pt x="61" y="157"/>
                    <a:pt x="64" y="156"/>
                    <a:pt x="65" y="155"/>
                  </a:cubicBezTo>
                  <a:cubicBezTo>
                    <a:pt x="65" y="155"/>
                    <a:pt x="66" y="155"/>
                    <a:pt x="66" y="156"/>
                  </a:cubicBezTo>
                  <a:cubicBezTo>
                    <a:pt x="67" y="157"/>
                    <a:pt x="70" y="158"/>
                    <a:pt x="72" y="158"/>
                  </a:cubicBezTo>
                  <a:cubicBezTo>
                    <a:pt x="72" y="158"/>
                    <a:pt x="72" y="158"/>
                    <a:pt x="72" y="158"/>
                  </a:cubicBezTo>
                  <a:cubicBezTo>
                    <a:pt x="75" y="158"/>
                    <a:pt x="78" y="159"/>
                    <a:pt x="80" y="161"/>
                  </a:cubicBezTo>
                  <a:cubicBezTo>
                    <a:pt x="83" y="164"/>
                    <a:pt x="87" y="166"/>
                    <a:pt x="91" y="166"/>
                  </a:cubicBezTo>
                  <a:cubicBezTo>
                    <a:pt x="92" y="167"/>
                    <a:pt x="94" y="168"/>
                    <a:pt x="95" y="169"/>
                  </a:cubicBezTo>
                  <a:cubicBezTo>
                    <a:pt x="95" y="170"/>
                    <a:pt x="96" y="172"/>
                    <a:pt x="97" y="173"/>
                  </a:cubicBezTo>
                  <a:cubicBezTo>
                    <a:pt x="98" y="175"/>
                    <a:pt x="98" y="176"/>
                    <a:pt x="96" y="177"/>
                  </a:cubicBezTo>
                  <a:cubicBezTo>
                    <a:pt x="94" y="178"/>
                    <a:pt x="94" y="178"/>
                    <a:pt x="94" y="178"/>
                  </a:cubicBezTo>
                  <a:cubicBezTo>
                    <a:pt x="95" y="179"/>
                    <a:pt x="95" y="179"/>
                    <a:pt x="96" y="178"/>
                  </a:cubicBezTo>
                  <a:cubicBezTo>
                    <a:pt x="97" y="178"/>
                    <a:pt x="97" y="178"/>
                    <a:pt x="98" y="177"/>
                  </a:cubicBezTo>
                  <a:cubicBezTo>
                    <a:pt x="99" y="177"/>
                    <a:pt x="99" y="178"/>
                    <a:pt x="100" y="178"/>
                  </a:cubicBezTo>
                  <a:cubicBezTo>
                    <a:pt x="100" y="179"/>
                    <a:pt x="99" y="179"/>
                    <a:pt x="99" y="179"/>
                  </a:cubicBezTo>
                  <a:cubicBezTo>
                    <a:pt x="99" y="180"/>
                    <a:pt x="99" y="180"/>
                    <a:pt x="99" y="180"/>
                  </a:cubicBezTo>
                  <a:cubicBezTo>
                    <a:pt x="100" y="180"/>
                    <a:pt x="100" y="181"/>
                    <a:pt x="100" y="180"/>
                  </a:cubicBezTo>
                  <a:cubicBezTo>
                    <a:pt x="101" y="180"/>
                    <a:pt x="101" y="180"/>
                    <a:pt x="101" y="180"/>
                  </a:cubicBezTo>
                  <a:cubicBezTo>
                    <a:pt x="102" y="179"/>
                    <a:pt x="105" y="179"/>
                    <a:pt x="106" y="180"/>
                  </a:cubicBezTo>
                  <a:cubicBezTo>
                    <a:pt x="106" y="180"/>
                    <a:pt x="106" y="180"/>
                    <a:pt x="106" y="180"/>
                  </a:cubicBezTo>
                  <a:cubicBezTo>
                    <a:pt x="107" y="180"/>
                    <a:pt x="107" y="180"/>
                    <a:pt x="107" y="181"/>
                  </a:cubicBezTo>
                  <a:cubicBezTo>
                    <a:pt x="107" y="183"/>
                    <a:pt x="109" y="182"/>
                    <a:pt x="110" y="182"/>
                  </a:cubicBezTo>
                  <a:cubicBezTo>
                    <a:pt x="111" y="181"/>
                    <a:pt x="113" y="181"/>
                    <a:pt x="114" y="182"/>
                  </a:cubicBezTo>
                  <a:cubicBezTo>
                    <a:pt x="116" y="183"/>
                    <a:pt x="119" y="184"/>
                    <a:pt x="122" y="185"/>
                  </a:cubicBezTo>
                  <a:cubicBezTo>
                    <a:pt x="123" y="185"/>
                    <a:pt x="124" y="186"/>
                    <a:pt x="124" y="187"/>
                  </a:cubicBezTo>
                  <a:cubicBezTo>
                    <a:pt x="124" y="192"/>
                    <a:pt x="123" y="196"/>
                    <a:pt x="120" y="200"/>
                  </a:cubicBezTo>
                  <a:cubicBezTo>
                    <a:pt x="119" y="200"/>
                    <a:pt x="119" y="200"/>
                    <a:pt x="119" y="200"/>
                  </a:cubicBezTo>
                  <a:cubicBezTo>
                    <a:pt x="118" y="201"/>
                    <a:pt x="117" y="202"/>
                    <a:pt x="117" y="203"/>
                  </a:cubicBezTo>
                  <a:cubicBezTo>
                    <a:pt x="117" y="206"/>
                    <a:pt x="117" y="209"/>
                    <a:pt x="117" y="212"/>
                  </a:cubicBezTo>
                  <a:cubicBezTo>
                    <a:pt x="117" y="214"/>
                    <a:pt x="116" y="216"/>
                    <a:pt x="115" y="217"/>
                  </a:cubicBezTo>
                  <a:cubicBezTo>
                    <a:pt x="114" y="219"/>
                    <a:pt x="114" y="220"/>
                    <a:pt x="112" y="220"/>
                  </a:cubicBezTo>
                  <a:cubicBezTo>
                    <a:pt x="111" y="220"/>
                    <a:pt x="110" y="220"/>
                    <a:pt x="110" y="220"/>
                  </a:cubicBezTo>
                  <a:cubicBezTo>
                    <a:pt x="109" y="220"/>
                    <a:pt x="109" y="221"/>
                    <a:pt x="109" y="221"/>
                  </a:cubicBezTo>
                  <a:close/>
                  <a:moveTo>
                    <a:pt x="270" y="209"/>
                  </a:moveTo>
                  <a:cubicBezTo>
                    <a:pt x="268" y="212"/>
                    <a:pt x="268" y="215"/>
                    <a:pt x="267" y="218"/>
                  </a:cubicBezTo>
                  <a:cubicBezTo>
                    <a:pt x="266" y="219"/>
                    <a:pt x="266" y="220"/>
                    <a:pt x="265" y="221"/>
                  </a:cubicBezTo>
                  <a:cubicBezTo>
                    <a:pt x="264" y="223"/>
                    <a:pt x="264" y="223"/>
                    <a:pt x="261" y="223"/>
                  </a:cubicBezTo>
                  <a:cubicBezTo>
                    <a:pt x="258" y="222"/>
                    <a:pt x="257" y="219"/>
                    <a:pt x="258" y="217"/>
                  </a:cubicBezTo>
                  <a:cubicBezTo>
                    <a:pt x="259" y="216"/>
                    <a:pt x="259" y="215"/>
                    <a:pt x="260" y="214"/>
                  </a:cubicBezTo>
                  <a:cubicBezTo>
                    <a:pt x="260" y="212"/>
                    <a:pt x="260" y="211"/>
                    <a:pt x="260" y="210"/>
                  </a:cubicBezTo>
                  <a:cubicBezTo>
                    <a:pt x="260" y="208"/>
                    <a:pt x="261" y="206"/>
                    <a:pt x="263" y="205"/>
                  </a:cubicBezTo>
                  <a:cubicBezTo>
                    <a:pt x="263" y="205"/>
                    <a:pt x="263" y="205"/>
                    <a:pt x="264" y="205"/>
                  </a:cubicBezTo>
                  <a:cubicBezTo>
                    <a:pt x="265" y="203"/>
                    <a:pt x="267" y="202"/>
                    <a:pt x="268" y="200"/>
                  </a:cubicBezTo>
                  <a:cubicBezTo>
                    <a:pt x="269" y="200"/>
                    <a:pt x="269" y="199"/>
                    <a:pt x="269" y="198"/>
                  </a:cubicBezTo>
                  <a:cubicBezTo>
                    <a:pt x="270" y="202"/>
                    <a:pt x="271" y="205"/>
                    <a:pt x="270" y="209"/>
                  </a:cubicBezTo>
                  <a:close/>
                  <a:moveTo>
                    <a:pt x="299" y="130"/>
                  </a:moveTo>
                  <a:cubicBezTo>
                    <a:pt x="298" y="129"/>
                    <a:pt x="296" y="128"/>
                    <a:pt x="295" y="128"/>
                  </a:cubicBezTo>
                  <a:cubicBezTo>
                    <a:pt x="290" y="128"/>
                    <a:pt x="285" y="128"/>
                    <a:pt x="280" y="126"/>
                  </a:cubicBezTo>
                  <a:cubicBezTo>
                    <a:pt x="277" y="125"/>
                    <a:pt x="274" y="124"/>
                    <a:pt x="271" y="122"/>
                  </a:cubicBezTo>
                  <a:cubicBezTo>
                    <a:pt x="269" y="121"/>
                    <a:pt x="266" y="120"/>
                    <a:pt x="263" y="119"/>
                  </a:cubicBezTo>
                  <a:cubicBezTo>
                    <a:pt x="264" y="120"/>
                    <a:pt x="264" y="120"/>
                    <a:pt x="264" y="121"/>
                  </a:cubicBezTo>
                  <a:cubicBezTo>
                    <a:pt x="263" y="124"/>
                    <a:pt x="266" y="126"/>
                    <a:pt x="268" y="128"/>
                  </a:cubicBezTo>
                  <a:cubicBezTo>
                    <a:pt x="269" y="129"/>
                    <a:pt x="270" y="130"/>
                    <a:pt x="271" y="131"/>
                  </a:cubicBezTo>
                  <a:cubicBezTo>
                    <a:pt x="277" y="129"/>
                    <a:pt x="277" y="129"/>
                    <a:pt x="277" y="129"/>
                  </a:cubicBezTo>
                  <a:cubicBezTo>
                    <a:pt x="279" y="129"/>
                    <a:pt x="280" y="129"/>
                    <a:pt x="281" y="131"/>
                  </a:cubicBezTo>
                  <a:cubicBezTo>
                    <a:pt x="282" y="132"/>
                    <a:pt x="283" y="133"/>
                    <a:pt x="285" y="135"/>
                  </a:cubicBezTo>
                  <a:cubicBezTo>
                    <a:pt x="286" y="136"/>
                    <a:pt x="286" y="136"/>
                    <a:pt x="284" y="137"/>
                  </a:cubicBezTo>
                  <a:cubicBezTo>
                    <a:pt x="281" y="139"/>
                    <a:pt x="278" y="142"/>
                    <a:pt x="275" y="144"/>
                  </a:cubicBezTo>
                  <a:cubicBezTo>
                    <a:pt x="275" y="145"/>
                    <a:pt x="274" y="145"/>
                    <a:pt x="274" y="146"/>
                  </a:cubicBezTo>
                  <a:cubicBezTo>
                    <a:pt x="272" y="147"/>
                    <a:pt x="270" y="148"/>
                    <a:pt x="268" y="150"/>
                  </a:cubicBezTo>
                  <a:cubicBezTo>
                    <a:pt x="265" y="151"/>
                    <a:pt x="262" y="150"/>
                    <a:pt x="260" y="147"/>
                  </a:cubicBezTo>
                  <a:cubicBezTo>
                    <a:pt x="260" y="147"/>
                    <a:pt x="260" y="147"/>
                    <a:pt x="260" y="147"/>
                  </a:cubicBezTo>
                  <a:cubicBezTo>
                    <a:pt x="259" y="144"/>
                    <a:pt x="257" y="141"/>
                    <a:pt x="255" y="139"/>
                  </a:cubicBezTo>
                  <a:cubicBezTo>
                    <a:pt x="254" y="137"/>
                    <a:pt x="253" y="136"/>
                    <a:pt x="253" y="134"/>
                  </a:cubicBezTo>
                  <a:cubicBezTo>
                    <a:pt x="252" y="132"/>
                    <a:pt x="251" y="131"/>
                    <a:pt x="249" y="130"/>
                  </a:cubicBezTo>
                  <a:cubicBezTo>
                    <a:pt x="247" y="129"/>
                    <a:pt x="246" y="128"/>
                    <a:pt x="246" y="126"/>
                  </a:cubicBezTo>
                  <a:cubicBezTo>
                    <a:pt x="245" y="124"/>
                    <a:pt x="244" y="122"/>
                    <a:pt x="243" y="120"/>
                  </a:cubicBezTo>
                  <a:cubicBezTo>
                    <a:pt x="240" y="120"/>
                    <a:pt x="240" y="120"/>
                    <a:pt x="241" y="123"/>
                  </a:cubicBezTo>
                  <a:cubicBezTo>
                    <a:pt x="242" y="127"/>
                    <a:pt x="244" y="130"/>
                    <a:pt x="246" y="134"/>
                  </a:cubicBezTo>
                  <a:cubicBezTo>
                    <a:pt x="250" y="139"/>
                    <a:pt x="253" y="144"/>
                    <a:pt x="256" y="150"/>
                  </a:cubicBezTo>
                  <a:cubicBezTo>
                    <a:pt x="256" y="152"/>
                    <a:pt x="257" y="154"/>
                    <a:pt x="257" y="155"/>
                  </a:cubicBezTo>
                  <a:cubicBezTo>
                    <a:pt x="258" y="158"/>
                    <a:pt x="259" y="158"/>
                    <a:pt x="261" y="157"/>
                  </a:cubicBezTo>
                  <a:cubicBezTo>
                    <a:pt x="262" y="157"/>
                    <a:pt x="262" y="156"/>
                    <a:pt x="262" y="156"/>
                  </a:cubicBezTo>
                  <a:cubicBezTo>
                    <a:pt x="271" y="156"/>
                    <a:pt x="271" y="156"/>
                    <a:pt x="271" y="156"/>
                  </a:cubicBezTo>
                  <a:cubicBezTo>
                    <a:pt x="270" y="159"/>
                    <a:pt x="270" y="161"/>
                    <a:pt x="269" y="163"/>
                  </a:cubicBezTo>
                  <a:cubicBezTo>
                    <a:pt x="269" y="165"/>
                    <a:pt x="268" y="167"/>
                    <a:pt x="267" y="168"/>
                  </a:cubicBezTo>
                  <a:cubicBezTo>
                    <a:pt x="265" y="170"/>
                    <a:pt x="263" y="172"/>
                    <a:pt x="260" y="173"/>
                  </a:cubicBezTo>
                  <a:cubicBezTo>
                    <a:pt x="260" y="173"/>
                    <a:pt x="259" y="174"/>
                    <a:pt x="259" y="174"/>
                  </a:cubicBezTo>
                  <a:cubicBezTo>
                    <a:pt x="256" y="179"/>
                    <a:pt x="254" y="184"/>
                    <a:pt x="252" y="188"/>
                  </a:cubicBezTo>
                  <a:cubicBezTo>
                    <a:pt x="251" y="189"/>
                    <a:pt x="251" y="190"/>
                    <a:pt x="252" y="191"/>
                  </a:cubicBezTo>
                  <a:cubicBezTo>
                    <a:pt x="255" y="195"/>
                    <a:pt x="254" y="199"/>
                    <a:pt x="254" y="204"/>
                  </a:cubicBezTo>
                  <a:cubicBezTo>
                    <a:pt x="254" y="204"/>
                    <a:pt x="253" y="205"/>
                    <a:pt x="253" y="205"/>
                  </a:cubicBezTo>
                  <a:cubicBezTo>
                    <a:pt x="250" y="206"/>
                    <a:pt x="248" y="208"/>
                    <a:pt x="246" y="210"/>
                  </a:cubicBezTo>
                  <a:cubicBezTo>
                    <a:pt x="245" y="211"/>
                    <a:pt x="244" y="212"/>
                    <a:pt x="244" y="214"/>
                  </a:cubicBezTo>
                  <a:cubicBezTo>
                    <a:pt x="243" y="217"/>
                    <a:pt x="242" y="221"/>
                    <a:pt x="240" y="224"/>
                  </a:cubicBezTo>
                  <a:cubicBezTo>
                    <a:pt x="238" y="229"/>
                    <a:pt x="235" y="234"/>
                    <a:pt x="233" y="238"/>
                  </a:cubicBezTo>
                  <a:cubicBezTo>
                    <a:pt x="232" y="240"/>
                    <a:pt x="231" y="240"/>
                    <a:pt x="230" y="240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2" y="241"/>
                    <a:pt x="221" y="241"/>
                    <a:pt x="220" y="241"/>
                  </a:cubicBezTo>
                  <a:cubicBezTo>
                    <a:pt x="219" y="241"/>
                    <a:pt x="219" y="241"/>
                    <a:pt x="218" y="241"/>
                  </a:cubicBezTo>
                  <a:cubicBezTo>
                    <a:pt x="217" y="240"/>
                    <a:pt x="217" y="239"/>
                    <a:pt x="216" y="239"/>
                  </a:cubicBezTo>
                  <a:cubicBezTo>
                    <a:pt x="216" y="236"/>
                    <a:pt x="215" y="234"/>
                    <a:pt x="214" y="232"/>
                  </a:cubicBezTo>
                  <a:cubicBezTo>
                    <a:pt x="214" y="231"/>
                    <a:pt x="213" y="230"/>
                    <a:pt x="212" y="230"/>
                  </a:cubicBezTo>
                  <a:cubicBezTo>
                    <a:pt x="211" y="227"/>
                    <a:pt x="210" y="224"/>
                    <a:pt x="210" y="222"/>
                  </a:cubicBezTo>
                  <a:cubicBezTo>
                    <a:pt x="210" y="220"/>
                    <a:pt x="209" y="218"/>
                    <a:pt x="209" y="217"/>
                  </a:cubicBezTo>
                  <a:cubicBezTo>
                    <a:pt x="207" y="214"/>
                    <a:pt x="206" y="211"/>
                    <a:pt x="205" y="208"/>
                  </a:cubicBezTo>
                  <a:cubicBezTo>
                    <a:pt x="205" y="206"/>
                    <a:pt x="206" y="204"/>
                    <a:pt x="206" y="202"/>
                  </a:cubicBezTo>
                  <a:cubicBezTo>
                    <a:pt x="206" y="201"/>
                    <a:pt x="207" y="201"/>
                    <a:pt x="207" y="200"/>
                  </a:cubicBezTo>
                  <a:cubicBezTo>
                    <a:pt x="208" y="199"/>
                    <a:pt x="208" y="197"/>
                    <a:pt x="208" y="195"/>
                  </a:cubicBezTo>
                  <a:cubicBezTo>
                    <a:pt x="206" y="190"/>
                    <a:pt x="204" y="184"/>
                    <a:pt x="201" y="180"/>
                  </a:cubicBezTo>
                  <a:cubicBezTo>
                    <a:pt x="200" y="179"/>
                    <a:pt x="200" y="177"/>
                    <a:pt x="201" y="176"/>
                  </a:cubicBezTo>
                  <a:cubicBezTo>
                    <a:pt x="201" y="175"/>
                    <a:pt x="202" y="174"/>
                    <a:pt x="202" y="173"/>
                  </a:cubicBezTo>
                  <a:cubicBezTo>
                    <a:pt x="203" y="172"/>
                    <a:pt x="203" y="171"/>
                    <a:pt x="202" y="171"/>
                  </a:cubicBezTo>
                  <a:cubicBezTo>
                    <a:pt x="201" y="171"/>
                    <a:pt x="200" y="170"/>
                    <a:pt x="200" y="169"/>
                  </a:cubicBezTo>
                  <a:cubicBezTo>
                    <a:pt x="200" y="168"/>
                    <a:pt x="199" y="168"/>
                    <a:pt x="198" y="168"/>
                  </a:cubicBezTo>
                  <a:cubicBezTo>
                    <a:pt x="196" y="168"/>
                    <a:pt x="194" y="167"/>
                    <a:pt x="193" y="166"/>
                  </a:cubicBezTo>
                  <a:cubicBezTo>
                    <a:pt x="192" y="165"/>
                    <a:pt x="190" y="165"/>
                    <a:pt x="189" y="165"/>
                  </a:cubicBezTo>
                  <a:cubicBezTo>
                    <a:pt x="188" y="165"/>
                    <a:pt x="187" y="165"/>
                    <a:pt x="186" y="165"/>
                  </a:cubicBezTo>
                  <a:cubicBezTo>
                    <a:pt x="173" y="169"/>
                    <a:pt x="173" y="169"/>
                    <a:pt x="173" y="169"/>
                  </a:cubicBezTo>
                  <a:cubicBezTo>
                    <a:pt x="171" y="169"/>
                    <a:pt x="168" y="168"/>
                    <a:pt x="167" y="167"/>
                  </a:cubicBezTo>
                  <a:cubicBezTo>
                    <a:pt x="167" y="166"/>
                    <a:pt x="166" y="166"/>
                    <a:pt x="166" y="166"/>
                  </a:cubicBezTo>
                  <a:cubicBezTo>
                    <a:pt x="164" y="164"/>
                    <a:pt x="163" y="162"/>
                    <a:pt x="162" y="160"/>
                  </a:cubicBezTo>
                  <a:cubicBezTo>
                    <a:pt x="162" y="159"/>
                    <a:pt x="162" y="158"/>
                    <a:pt x="161" y="158"/>
                  </a:cubicBezTo>
                  <a:cubicBezTo>
                    <a:pt x="157" y="157"/>
                    <a:pt x="156" y="153"/>
                    <a:pt x="155" y="150"/>
                  </a:cubicBezTo>
                  <a:cubicBezTo>
                    <a:pt x="155" y="149"/>
                    <a:pt x="155" y="148"/>
                    <a:pt x="156" y="147"/>
                  </a:cubicBezTo>
                  <a:cubicBezTo>
                    <a:pt x="157" y="146"/>
                    <a:pt x="157" y="145"/>
                    <a:pt x="157" y="143"/>
                  </a:cubicBezTo>
                  <a:cubicBezTo>
                    <a:pt x="155" y="140"/>
                    <a:pt x="156" y="136"/>
                    <a:pt x="158" y="133"/>
                  </a:cubicBezTo>
                  <a:cubicBezTo>
                    <a:pt x="159" y="131"/>
                    <a:pt x="160" y="129"/>
                    <a:pt x="162" y="128"/>
                  </a:cubicBezTo>
                  <a:cubicBezTo>
                    <a:pt x="163" y="127"/>
                    <a:pt x="163" y="126"/>
                    <a:pt x="164" y="125"/>
                  </a:cubicBezTo>
                  <a:cubicBezTo>
                    <a:pt x="166" y="123"/>
                    <a:pt x="167" y="121"/>
                    <a:pt x="168" y="118"/>
                  </a:cubicBezTo>
                  <a:cubicBezTo>
                    <a:pt x="169" y="116"/>
                    <a:pt x="170" y="115"/>
                    <a:pt x="171" y="115"/>
                  </a:cubicBezTo>
                  <a:cubicBezTo>
                    <a:pt x="172" y="113"/>
                    <a:pt x="174" y="112"/>
                    <a:pt x="176" y="110"/>
                  </a:cubicBezTo>
                  <a:cubicBezTo>
                    <a:pt x="177" y="109"/>
                    <a:pt x="177" y="109"/>
                    <a:pt x="178" y="110"/>
                  </a:cubicBezTo>
                  <a:cubicBezTo>
                    <a:pt x="178" y="111"/>
                    <a:pt x="179" y="111"/>
                    <a:pt x="179" y="111"/>
                  </a:cubicBezTo>
                  <a:cubicBezTo>
                    <a:pt x="186" y="110"/>
                    <a:pt x="186" y="110"/>
                    <a:pt x="186" y="110"/>
                  </a:cubicBezTo>
                  <a:cubicBezTo>
                    <a:pt x="187" y="110"/>
                    <a:pt x="188" y="110"/>
                    <a:pt x="189" y="110"/>
                  </a:cubicBezTo>
                  <a:cubicBezTo>
                    <a:pt x="192" y="110"/>
                    <a:pt x="196" y="109"/>
                    <a:pt x="199" y="108"/>
                  </a:cubicBezTo>
                  <a:cubicBezTo>
                    <a:pt x="199" y="107"/>
                    <a:pt x="200" y="107"/>
                    <a:pt x="201" y="108"/>
                  </a:cubicBezTo>
                  <a:cubicBezTo>
                    <a:pt x="201" y="108"/>
                    <a:pt x="201" y="109"/>
                    <a:pt x="201" y="109"/>
                  </a:cubicBezTo>
                  <a:cubicBezTo>
                    <a:pt x="201" y="111"/>
                    <a:pt x="202" y="112"/>
                    <a:pt x="203" y="113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7" y="117"/>
                    <a:pt x="207" y="117"/>
                    <a:pt x="208" y="117"/>
                  </a:cubicBezTo>
                  <a:cubicBezTo>
                    <a:pt x="210" y="118"/>
                    <a:pt x="213" y="118"/>
                    <a:pt x="215" y="118"/>
                  </a:cubicBezTo>
                  <a:cubicBezTo>
                    <a:pt x="216" y="118"/>
                    <a:pt x="217" y="118"/>
                    <a:pt x="217" y="117"/>
                  </a:cubicBezTo>
                  <a:cubicBezTo>
                    <a:pt x="218" y="115"/>
                    <a:pt x="219" y="115"/>
                    <a:pt x="220" y="114"/>
                  </a:cubicBezTo>
                  <a:cubicBezTo>
                    <a:pt x="220" y="114"/>
                    <a:pt x="220" y="114"/>
                    <a:pt x="220" y="114"/>
                  </a:cubicBezTo>
                  <a:cubicBezTo>
                    <a:pt x="220" y="115"/>
                    <a:pt x="221" y="115"/>
                    <a:pt x="222" y="116"/>
                  </a:cubicBezTo>
                  <a:cubicBezTo>
                    <a:pt x="223" y="116"/>
                    <a:pt x="224" y="117"/>
                    <a:pt x="226" y="117"/>
                  </a:cubicBezTo>
                  <a:cubicBezTo>
                    <a:pt x="227" y="117"/>
                    <a:pt x="228" y="117"/>
                    <a:pt x="229" y="117"/>
                  </a:cubicBezTo>
                  <a:cubicBezTo>
                    <a:pt x="229" y="117"/>
                    <a:pt x="230" y="117"/>
                    <a:pt x="231" y="117"/>
                  </a:cubicBezTo>
                  <a:cubicBezTo>
                    <a:pt x="233" y="118"/>
                    <a:pt x="236" y="118"/>
                    <a:pt x="238" y="118"/>
                  </a:cubicBezTo>
                  <a:cubicBezTo>
                    <a:pt x="239" y="119"/>
                    <a:pt x="240" y="118"/>
                    <a:pt x="241" y="118"/>
                  </a:cubicBezTo>
                  <a:cubicBezTo>
                    <a:pt x="243" y="117"/>
                    <a:pt x="244" y="114"/>
                    <a:pt x="243" y="111"/>
                  </a:cubicBezTo>
                  <a:cubicBezTo>
                    <a:pt x="243" y="110"/>
                    <a:pt x="243" y="109"/>
                    <a:pt x="243" y="108"/>
                  </a:cubicBezTo>
                  <a:cubicBezTo>
                    <a:pt x="241" y="108"/>
                    <a:pt x="239" y="108"/>
                    <a:pt x="238" y="109"/>
                  </a:cubicBezTo>
                  <a:cubicBezTo>
                    <a:pt x="236" y="110"/>
                    <a:pt x="233" y="110"/>
                    <a:pt x="232" y="108"/>
                  </a:cubicBezTo>
                  <a:cubicBezTo>
                    <a:pt x="229" y="106"/>
                    <a:pt x="228" y="104"/>
                    <a:pt x="227" y="101"/>
                  </a:cubicBezTo>
                  <a:cubicBezTo>
                    <a:pt x="229" y="102"/>
                    <a:pt x="230" y="101"/>
                    <a:pt x="231" y="99"/>
                  </a:cubicBezTo>
                  <a:cubicBezTo>
                    <a:pt x="228" y="99"/>
                    <a:pt x="225" y="100"/>
                    <a:pt x="223" y="101"/>
                  </a:cubicBezTo>
                  <a:cubicBezTo>
                    <a:pt x="222" y="101"/>
                    <a:pt x="221" y="102"/>
                    <a:pt x="221" y="103"/>
                  </a:cubicBezTo>
                  <a:cubicBezTo>
                    <a:pt x="222" y="103"/>
                    <a:pt x="222" y="103"/>
                    <a:pt x="222" y="103"/>
                  </a:cubicBezTo>
                  <a:cubicBezTo>
                    <a:pt x="222" y="104"/>
                    <a:pt x="222" y="104"/>
                    <a:pt x="222" y="104"/>
                  </a:cubicBezTo>
                  <a:cubicBezTo>
                    <a:pt x="222" y="105"/>
                    <a:pt x="222" y="106"/>
                    <a:pt x="221" y="106"/>
                  </a:cubicBezTo>
                  <a:cubicBezTo>
                    <a:pt x="221" y="106"/>
                    <a:pt x="220" y="106"/>
                    <a:pt x="219" y="105"/>
                  </a:cubicBezTo>
                  <a:cubicBezTo>
                    <a:pt x="219" y="104"/>
                    <a:pt x="218" y="103"/>
                    <a:pt x="217" y="103"/>
                  </a:cubicBezTo>
                  <a:cubicBezTo>
                    <a:pt x="217" y="103"/>
                    <a:pt x="217" y="102"/>
                    <a:pt x="217" y="102"/>
                  </a:cubicBezTo>
                  <a:cubicBezTo>
                    <a:pt x="217" y="100"/>
                    <a:pt x="215" y="98"/>
                    <a:pt x="214" y="96"/>
                  </a:cubicBezTo>
                  <a:cubicBezTo>
                    <a:pt x="213" y="96"/>
                    <a:pt x="213" y="96"/>
                    <a:pt x="212" y="96"/>
                  </a:cubicBezTo>
                  <a:cubicBezTo>
                    <a:pt x="210" y="96"/>
                    <a:pt x="209" y="95"/>
                    <a:pt x="208" y="93"/>
                  </a:cubicBezTo>
                  <a:cubicBezTo>
                    <a:pt x="207" y="93"/>
                    <a:pt x="207" y="92"/>
                    <a:pt x="206" y="92"/>
                  </a:cubicBezTo>
                  <a:cubicBezTo>
                    <a:pt x="205" y="91"/>
                    <a:pt x="204" y="91"/>
                    <a:pt x="204" y="92"/>
                  </a:cubicBezTo>
                  <a:cubicBezTo>
                    <a:pt x="203" y="93"/>
                    <a:pt x="203" y="94"/>
                    <a:pt x="203" y="95"/>
                  </a:cubicBezTo>
                  <a:cubicBezTo>
                    <a:pt x="203" y="95"/>
                    <a:pt x="203" y="95"/>
                    <a:pt x="204" y="95"/>
                  </a:cubicBezTo>
                  <a:cubicBezTo>
                    <a:pt x="205" y="97"/>
                    <a:pt x="207" y="98"/>
                    <a:pt x="209" y="99"/>
                  </a:cubicBezTo>
                  <a:cubicBezTo>
                    <a:pt x="210" y="100"/>
                    <a:pt x="211" y="101"/>
                    <a:pt x="212" y="102"/>
                  </a:cubicBezTo>
                  <a:cubicBezTo>
                    <a:pt x="210" y="104"/>
                    <a:pt x="207" y="103"/>
                    <a:pt x="206" y="101"/>
                  </a:cubicBezTo>
                  <a:cubicBezTo>
                    <a:pt x="205" y="101"/>
                    <a:pt x="205" y="101"/>
                    <a:pt x="205" y="100"/>
                  </a:cubicBezTo>
                  <a:cubicBezTo>
                    <a:pt x="205" y="100"/>
                    <a:pt x="204" y="99"/>
                    <a:pt x="203" y="98"/>
                  </a:cubicBezTo>
                  <a:cubicBezTo>
                    <a:pt x="202" y="97"/>
                    <a:pt x="201" y="96"/>
                    <a:pt x="200" y="94"/>
                  </a:cubicBezTo>
                  <a:cubicBezTo>
                    <a:pt x="198" y="93"/>
                    <a:pt x="195" y="93"/>
                    <a:pt x="195" y="96"/>
                  </a:cubicBezTo>
                  <a:cubicBezTo>
                    <a:pt x="195" y="96"/>
                    <a:pt x="195" y="96"/>
                    <a:pt x="195" y="97"/>
                  </a:cubicBezTo>
                  <a:cubicBezTo>
                    <a:pt x="193" y="96"/>
                    <a:pt x="193" y="96"/>
                    <a:pt x="193" y="96"/>
                  </a:cubicBezTo>
                  <a:cubicBezTo>
                    <a:pt x="192" y="96"/>
                    <a:pt x="189" y="96"/>
                    <a:pt x="188" y="98"/>
                  </a:cubicBezTo>
                  <a:cubicBezTo>
                    <a:pt x="188" y="99"/>
                    <a:pt x="187" y="99"/>
                    <a:pt x="187" y="100"/>
                  </a:cubicBezTo>
                  <a:cubicBezTo>
                    <a:pt x="187" y="100"/>
                    <a:pt x="186" y="101"/>
                    <a:pt x="186" y="101"/>
                  </a:cubicBezTo>
                  <a:cubicBezTo>
                    <a:pt x="185" y="104"/>
                    <a:pt x="184" y="106"/>
                    <a:pt x="181" y="106"/>
                  </a:cubicBezTo>
                  <a:cubicBezTo>
                    <a:pt x="178" y="107"/>
                    <a:pt x="175" y="107"/>
                    <a:pt x="172" y="107"/>
                  </a:cubicBezTo>
                  <a:cubicBezTo>
                    <a:pt x="171" y="107"/>
                    <a:pt x="171" y="106"/>
                    <a:pt x="171" y="106"/>
                  </a:cubicBezTo>
                  <a:cubicBezTo>
                    <a:pt x="170" y="103"/>
                    <a:pt x="170" y="101"/>
                    <a:pt x="171" y="99"/>
                  </a:cubicBezTo>
                  <a:cubicBezTo>
                    <a:pt x="171" y="97"/>
                    <a:pt x="173" y="95"/>
                    <a:pt x="175" y="96"/>
                  </a:cubicBezTo>
                  <a:cubicBezTo>
                    <a:pt x="182" y="96"/>
                    <a:pt x="182" y="96"/>
                    <a:pt x="182" y="96"/>
                  </a:cubicBezTo>
                  <a:cubicBezTo>
                    <a:pt x="183" y="96"/>
                    <a:pt x="183" y="95"/>
                    <a:pt x="183" y="94"/>
                  </a:cubicBezTo>
                  <a:cubicBezTo>
                    <a:pt x="183" y="94"/>
                    <a:pt x="183" y="94"/>
                    <a:pt x="183" y="93"/>
                  </a:cubicBezTo>
                  <a:cubicBezTo>
                    <a:pt x="184" y="91"/>
                    <a:pt x="183" y="90"/>
                    <a:pt x="181" y="89"/>
                  </a:cubicBezTo>
                  <a:cubicBezTo>
                    <a:pt x="180" y="89"/>
                    <a:pt x="180" y="88"/>
                    <a:pt x="179" y="88"/>
                  </a:cubicBezTo>
                  <a:cubicBezTo>
                    <a:pt x="178" y="88"/>
                    <a:pt x="178" y="87"/>
                    <a:pt x="178" y="87"/>
                  </a:cubicBezTo>
                  <a:cubicBezTo>
                    <a:pt x="178" y="87"/>
                    <a:pt x="179" y="86"/>
                    <a:pt x="179" y="86"/>
                  </a:cubicBezTo>
                  <a:cubicBezTo>
                    <a:pt x="180" y="86"/>
                    <a:pt x="181" y="86"/>
                    <a:pt x="181" y="86"/>
                  </a:cubicBezTo>
                  <a:cubicBezTo>
                    <a:pt x="185" y="86"/>
                    <a:pt x="188" y="84"/>
                    <a:pt x="189" y="81"/>
                  </a:cubicBezTo>
                  <a:cubicBezTo>
                    <a:pt x="190" y="79"/>
                    <a:pt x="192" y="78"/>
                    <a:pt x="194" y="77"/>
                  </a:cubicBezTo>
                  <a:cubicBezTo>
                    <a:pt x="197" y="77"/>
                    <a:pt x="197" y="76"/>
                    <a:pt x="198" y="73"/>
                  </a:cubicBezTo>
                  <a:cubicBezTo>
                    <a:pt x="198" y="72"/>
                    <a:pt x="198" y="71"/>
                    <a:pt x="199" y="71"/>
                  </a:cubicBezTo>
                  <a:cubicBezTo>
                    <a:pt x="199" y="71"/>
                    <a:pt x="199" y="71"/>
                    <a:pt x="199" y="71"/>
                  </a:cubicBezTo>
                  <a:cubicBezTo>
                    <a:pt x="200" y="72"/>
                    <a:pt x="200" y="73"/>
                    <a:pt x="201" y="74"/>
                  </a:cubicBezTo>
                  <a:cubicBezTo>
                    <a:pt x="201" y="75"/>
                    <a:pt x="202" y="76"/>
                    <a:pt x="203" y="76"/>
                  </a:cubicBezTo>
                  <a:cubicBezTo>
                    <a:pt x="204" y="76"/>
                    <a:pt x="205" y="76"/>
                    <a:pt x="206" y="76"/>
                  </a:cubicBezTo>
                  <a:cubicBezTo>
                    <a:pt x="208" y="76"/>
                    <a:pt x="210" y="76"/>
                    <a:pt x="212" y="75"/>
                  </a:cubicBezTo>
                  <a:cubicBezTo>
                    <a:pt x="213" y="75"/>
                    <a:pt x="214" y="75"/>
                    <a:pt x="214" y="74"/>
                  </a:cubicBezTo>
                  <a:cubicBezTo>
                    <a:pt x="214" y="73"/>
                    <a:pt x="215" y="73"/>
                    <a:pt x="216" y="72"/>
                  </a:cubicBezTo>
                  <a:cubicBezTo>
                    <a:pt x="216" y="71"/>
                    <a:pt x="217" y="71"/>
                    <a:pt x="217" y="70"/>
                  </a:cubicBezTo>
                  <a:cubicBezTo>
                    <a:pt x="218" y="68"/>
                    <a:pt x="219" y="67"/>
                    <a:pt x="221" y="67"/>
                  </a:cubicBezTo>
                  <a:cubicBezTo>
                    <a:pt x="221" y="68"/>
                    <a:pt x="222" y="68"/>
                    <a:pt x="222" y="68"/>
                  </a:cubicBezTo>
                  <a:cubicBezTo>
                    <a:pt x="223" y="69"/>
                    <a:pt x="223" y="70"/>
                    <a:pt x="223" y="71"/>
                  </a:cubicBezTo>
                  <a:cubicBezTo>
                    <a:pt x="225" y="69"/>
                    <a:pt x="226" y="66"/>
                    <a:pt x="225" y="63"/>
                  </a:cubicBezTo>
                  <a:cubicBezTo>
                    <a:pt x="225" y="63"/>
                    <a:pt x="224" y="64"/>
                    <a:pt x="223" y="64"/>
                  </a:cubicBezTo>
                  <a:cubicBezTo>
                    <a:pt x="222" y="64"/>
                    <a:pt x="221" y="64"/>
                    <a:pt x="219" y="64"/>
                  </a:cubicBezTo>
                  <a:cubicBezTo>
                    <a:pt x="216" y="63"/>
                    <a:pt x="215" y="61"/>
                    <a:pt x="217" y="59"/>
                  </a:cubicBezTo>
                  <a:cubicBezTo>
                    <a:pt x="218" y="58"/>
                    <a:pt x="219" y="56"/>
                    <a:pt x="218" y="55"/>
                  </a:cubicBezTo>
                  <a:cubicBezTo>
                    <a:pt x="217" y="54"/>
                    <a:pt x="216" y="56"/>
                    <a:pt x="215" y="56"/>
                  </a:cubicBezTo>
                  <a:cubicBezTo>
                    <a:pt x="213" y="58"/>
                    <a:pt x="211" y="61"/>
                    <a:pt x="210" y="63"/>
                  </a:cubicBezTo>
                  <a:cubicBezTo>
                    <a:pt x="210" y="66"/>
                    <a:pt x="209" y="68"/>
                    <a:pt x="208" y="70"/>
                  </a:cubicBezTo>
                  <a:cubicBezTo>
                    <a:pt x="207" y="71"/>
                    <a:pt x="205" y="71"/>
                    <a:pt x="204" y="71"/>
                  </a:cubicBezTo>
                  <a:cubicBezTo>
                    <a:pt x="204" y="71"/>
                    <a:pt x="203" y="70"/>
                    <a:pt x="203" y="70"/>
                  </a:cubicBezTo>
                  <a:cubicBezTo>
                    <a:pt x="202" y="69"/>
                    <a:pt x="202" y="68"/>
                    <a:pt x="201" y="68"/>
                  </a:cubicBezTo>
                  <a:cubicBezTo>
                    <a:pt x="201" y="68"/>
                    <a:pt x="201" y="68"/>
                    <a:pt x="201" y="68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8"/>
                    <a:pt x="194" y="68"/>
                    <a:pt x="194" y="68"/>
                  </a:cubicBezTo>
                  <a:cubicBezTo>
                    <a:pt x="193" y="62"/>
                    <a:pt x="192" y="63"/>
                    <a:pt x="197" y="61"/>
                  </a:cubicBezTo>
                  <a:cubicBezTo>
                    <a:pt x="199" y="60"/>
                    <a:pt x="200" y="59"/>
                    <a:pt x="201" y="58"/>
                  </a:cubicBezTo>
                  <a:cubicBezTo>
                    <a:pt x="205" y="55"/>
                    <a:pt x="205" y="55"/>
                    <a:pt x="205" y="55"/>
                  </a:cubicBezTo>
                  <a:cubicBezTo>
                    <a:pt x="205" y="55"/>
                    <a:pt x="205" y="55"/>
                    <a:pt x="205" y="54"/>
                  </a:cubicBezTo>
                  <a:cubicBezTo>
                    <a:pt x="209" y="50"/>
                    <a:pt x="214" y="49"/>
                    <a:pt x="219" y="48"/>
                  </a:cubicBezTo>
                  <a:cubicBezTo>
                    <a:pt x="223" y="48"/>
                    <a:pt x="228" y="49"/>
                    <a:pt x="232" y="51"/>
                  </a:cubicBezTo>
                  <a:cubicBezTo>
                    <a:pt x="239" y="53"/>
                    <a:pt x="239" y="53"/>
                    <a:pt x="239" y="53"/>
                  </a:cubicBezTo>
                  <a:cubicBezTo>
                    <a:pt x="236" y="56"/>
                    <a:pt x="233" y="53"/>
                    <a:pt x="230" y="53"/>
                  </a:cubicBezTo>
                  <a:cubicBezTo>
                    <a:pt x="230" y="53"/>
                    <a:pt x="230" y="54"/>
                    <a:pt x="230" y="54"/>
                  </a:cubicBezTo>
                  <a:cubicBezTo>
                    <a:pt x="232" y="55"/>
                    <a:pt x="233" y="57"/>
                    <a:pt x="235" y="59"/>
                  </a:cubicBezTo>
                  <a:cubicBezTo>
                    <a:pt x="236" y="59"/>
                    <a:pt x="238" y="59"/>
                    <a:pt x="239" y="58"/>
                  </a:cubicBezTo>
                  <a:cubicBezTo>
                    <a:pt x="239" y="57"/>
                    <a:pt x="239" y="57"/>
                    <a:pt x="239" y="57"/>
                  </a:cubicBezTo>
                  <a:cubicBezTo>
                    <a:pt x="239" y="56"/>
                    <a:pt x="239" y="55"/>
                    <a:pt x="241" y="55"/>
                  </a:cubicBezTo>
                  <a:cubicBezTo>
                    <a:pt x="242" y="55"/>
                    <a:pt x="243" y="55"/>
                    <a:pt x="244" y="53"/>
                  </a:cubicBezTo>
                  <a:cubicBezTo>
                    <a:pt x="244" y="52"/>
                    <a:pt x="245" y="52"/>
                    <a:pt x="246" y="52"/>
                  </a:cubicBezTo>
                  <a:cubicBezTo>
                    <a:pt x="246" y="53"/>
                    <a:pt x="246" y="54"/>
                    <a:pt x="248" y="54"/>
                  </a:cubicBezTo>
                  <a:cubicBezTo>
                    <a:pt x="248" y="53"/>
                    <a:pt x="249" y="53"/>
                    <a:pt x="249" y="53"/>
                  </a:cubicBezTo>
                  <a:cubicBezTo>
                    <a:pt x="250" y="52"/>
                    <a:pt x="252" y="52"/>
                    <a:pt x="254" y="52"/>
                  </a:cubicBezTo>
                  <a:cubicBezTo>
                    <a:pt x="256" y="52"/>
                    <a:pt x="259" y="51"/>
                    <a:pt x="261" y="50"/>
                  </a:cubicBezTo>
                  <a:cubicBezTo>
                    <a:pt x="263" y="50"/>
                    <a:pt x="264" y="50"/>
                    <a:pt x="265" y="51"/>
                  </a:cubicBezTo>
                  <a:cubicBezTo>
                    <a:pt x="275" y="62"/>
                    <a:pt x="283" y="73"/>
                    <a:pt x="290" y="86"/>
                  </a:cubicBezTo>
                  <a:cubicBezTo>
                    <a:pt x="298" y="101"/>
                    <a:pt x="304" y="117"/>
                    <a:pt x="306" y="134"/>
                  </a:cubicBezTo>
                  <a:cubicBezTo>
                    <a:pt x="306" y="134"/>
                    <a:pt x="306" y="134"/>
                    <a:pt x="306" y="134"/>
                  </a:cubicBezTo>
                  <a:cubicBezTo>
                    <a:pt x="302" y="135"/>
                    <a:pt x="301" y="132"/>
                    <a:pt x="299" y="130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8" name="işlïḓê">
              <a:extLst>
                <a:ext uri="{FF2B5EF4-FFF2-40B4-BE49-F238E27FC236}">
                  <a16:creationId xmlns:a16="http://schemas.microsoft.com/office/drawing/2014/main" id="{D5B1A439-598B-4D9A-8DCF-36414A855504}"/>
                </a:ext>
              </a:extLst>
            </p:cNvPr>
            <p:cNvSpPr/>
            <p:nvPr/>
          </p:nvSpPr>
          <p:spPr bwMode="auto">
            <a:xfrm>
              <a:off x="5869750" y="2730974"/>
              <a:ext cx="637153" cy="813689"/>
            </a:xfrm>
            <a:custGeom>
              <a:avLst/>
              <a:gdLst>
                <a:gd name="T0" fmla="*/ 116 w 151"/>
                <a:gd name="T1" fmla="*/ 74 h 193"/>
                <a:gd name="T2" fmla="*/ 116 w 151"/>
                <a:gd name="T3" fmla="*/ 83 h 193"/>
                <a:gd name="T4" fmla="*/ 129 w 151"/>
                <a:gd name="T5" fmla="*/ 89 h 193"/>
                <a:gd name="T6" fmla="*/ 105 w 151"/>
                <a:gd name="T7" fmla="*/ 99 h 193"/>
                <a:gd name="T8" fmla="*/ 94 w 151"/>
                <a:gd name="T9" fmla="*/ 82 h 193"/>
                <a:gd name="T10" fmla="*/ 91 w 151"/>
                <a:gd name="T11" fmla="*/ 85 h 193"/>
                <a:gd name="T12" fmla="*/ 107 w 151"/>
                <a:gd name="T13" fmla="*/ 108 h 193"/>
                <a:gd name="T14" fmla="*/ 105 w 151"/>
                <a:gd name="T15" fmla="*/ 125 h 193"/>
                <a:gd name="T16" fmla="*/ 99 w 151"/>
                <a:gd name="T17" fmla="*/ 155 h 193"/>
                <a:gd name="T18" fmla="*/ 85 w 151"/>
                <a:gd name="T19" fmla="*/ 176 h 193"/>
                <a:gd name="T20" fmla="*/ 64 w 151"/>
                <a:gd name="T21" fmla="*/ 193 h 193"/>
                <a:gd name="T22" fmla="*/ 57 w 151"/>
                <a:gd name="T23" fmla="*/ 181 h 193"/>
                <a:gd name="T24" fmla="*/ 51 w 151"/>
                <a:gd name="T25" fmla="*/ 154 h 193"/>
                <a:gd name="T26" fmla="*/ 45 w 151"/>
                <a:gd name="T27" fmla="*/ 128 h 193"/>
                <a:gd name="T28" fmla="*/ 43 w 151"/>
                <a:gd name="T29" fmla="*/ 120 h 193"/>
                <a:gd name="T30" fmla="*/ 18 w 151"/>
                <a:gd name="T31" fmla="*/ 120 h 193"/>
                <a:gd name="T32" fmla="*/ 6 w 151"/>
                <a:gd name="T33" fmla="*/ 110 h 193"/>
                <a:gd name="T34" fmla="*/ 2 w 151"/>
                <a:gd name="T35" fmla="*/ 85 h 193"/>
                <a:gd name="T36" fmla="*/ 16 w 151"/>
                <a:gd name="T37" fmla="*/ 66 h 193"/>
                <a:gd name="T38" fmla="*/ 31 w 151"/>
                <a:gd name="T39" fmla="*/ 62 h 193"/>
                <a:gd name="T40" fmla="*/ 46 w 151"/>
                <a:gd name="T41" fmla="*/ 61 h 193"/>
                <a:gd name="T42" fmla="*/ 60 w 151"/>
                <a:gd name="T43" fmla="*/ 70 h 193"/>
                <a:gd name="T44" fmla="*/ 67 w 151"/>
                <a:gd name="T45" fmla="*/ 67 h 193"/>
                <a:gd name="T46" fmla="*/ 83 w 151"/>
                <a:gd name="T47" fmla="*/ 70 h 193"/>
                <a:gd name="T48" fmla="*/ 83 w 151"/>
                <a:gd name="T49" fmla="*/ 60 h 193"/>
                <a:gd name="T50" fmla="*/ 68 w 151"/>
                <a:gd name="T51" fmla="*/ 53 h 193"/>
                <a:gd name="T52" fmla="*/ 67 w 151"/>
                <a:gd name="T53" fmla="*/ 58 h 193"/>
                <a:gd name="T54" fmla="*/ 59 w 151"/>
                <a:gd name="T55" fmla="*/ 48 h 193"/>
                <a:gd name="T56" fmla="*/ 49 w 151"/>
                <a:gd name="T57" fmla="*/ 44 h 193"/>
                <a:gd name="T58" fmla="*/ 57 w 151"/>
                <a:gd name="T59" fmla="*/ 54 h 193"/>
                <a:gd name="T60" fmla="*/ 45 w 151"/>
                <a:gd name="T61" fmla="*/ 46 h 193"/>
                <a:gd name="T62" fmla="*/ 34 w 151"/>
                <a:gd name="T63" fmla="*/ 50 h 193"/>
                <a:gd name="T64" fmla="*/ 17 w 151"/>
                <a:gd name="T65" fmla="*/ 59 h 193"/>
                <a:gd name="T66" fmla="*/ 27 w 151"/>
                <a:gd name="T67" fmla="*/ 47 h 193"/>
                <a:gd name="T68" fmla="*/ 24 w 151"/>
                <a:gd name="T69" fmla="*/ 40 h 193"/>
                <a:gd name="T70" fmla="*/ 35 w 151"/>
                <a:gd name="T71" fmla="*/ 33 h 193"/>
                <a:gd name="T72" fmla="*/ 44 w 151"/>
                <a:gd name="T73" fmla="*/ 23 h 193"/>
                <a:gd name="T74" fmla="*/ 57 w 151"/>
                <a:gd name="T75" fmla="*/ 27 h 193"/>
                <a:gd name="T76" fmla="*/ 66 w 151"/>
                <a:gd name="T77" fmla="*/ 19 h 193"/>
                <a:gd name="T78" fmla="*/ 68 w 151"/>
                <a:gd name="T79" fmla="*/ 16 h 193"/>
                <a:gd name="T80" fmla="*/ 60 w 151"/>
                <a:gd name="T81" fmla="*/ 8 h 193"/>
                <a:gd name="T82" fmla="*/ 48 w 151"/>
                <a:gd name="T83" fmla="*/ 22 h 193"/>
                <a:gd name="T84" fmla="*/ 39 w 151"/>
                <a:gd name="T85" fmla="*/ 19 h 193"/>
                <a:gd name="T86" fmla="*/ 50 w 151"/>
                <a:gd name="T87" fmla="*/ 6 h 193"/>
                <a:gd name="T88" fmla="*/ 75 w 151"/>
                <a:gd name="T89" fmla="*/ 5 h 193"/>
                <a:gd name="T90" fmla="*/ 85 w 151"/>
                <a:gd name="T91" fmla="*/ 7 h 193"/>
                <a:gd name="T92" fmla="*/ 94 w 151"/>
                <a:gd name="T93" fmla="*/ 5 h 193"/>
                <a:gd name="T94" fmla="*/ 135 w 151"/>
                <a:gd name="T95" fmla="*/ 38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93">
                  <a:moveTo>
                    <a:pt x="151" y="86"/>
                  </a:moveTo>
                  <a:cubicBezTo>
                    <a:pt x="147" y="87"/>
                    <a:pt x="146" y="84"/>
                    <a:pt x="144" y="82"/>
                  </a:cubicBezTo>
                  <a:cubicBezTo>
                    <a:pt x="143" y="81"/>
                    <a:pt x="141" y="80"/>
                    <a:pt x="140" y="80"/>
                  </a:cubicBezTo>
                  <a:cubicBezTo>
                    <a:pt x="131" y="80"/>
                    <a:pt x="123" y="78"/>
                    <a:pt x="116" y="74"/>
                  </a:cubicBezTo>
                  <a:cubicBezTo>
                    <a:pt x="114" y="72"/>
                    <a:pt x="111" y="72"/>
                    <a:pt x="108" y="71"/>
                  </a:cubicBezTo>
                  <a:cubicBezTo>
                    <a:pt x="108" y="72"/>
                    <a:pt x="109" y="72"/>
                    <a:pt x="109" y="72"/>
                  </a:cubicBezTo>
                  <a:cubicBezTo>
                    <a:pt x="108" y="76"/>
                    <a:pt x="111" y="78"/>
                    <a:pt x="113" y="80"/>
                  </a:cubicBezTo>
                  <a:cubicBezTo>
                    <a:pt x="114" y="81"/>
                    <a:pt x="115" y="82"/>
                    <a:pt x="116" y="83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4" y="81"/>
                    <a:pt x="125" y="81"/>
                    <a:pt x="126" y="83"/>
                  </a:cubicBezTo>
                  <a:cubicBezTo>
                    <a:pt x="127" y="84"/>
                    <a:pt x="128" y="85"/>
                    <a:pt x="130" y="86"/>
                  </a:cubicBezTo>
                  <a:cubicBezTo>
                    <a:pt x="131" y="88"/>
                    <a:pt x="130" y="88"/>
                    <a:pt x="129" y="89"/>
                  </a:cubicBezTo>
                  <a:cubicBezTo>
                    <a:pt x="126" y="91"/>
                    <a:pt x="122" y="93"/>
                    <a:pt x="120" y="96"/>
                  </a:cubicBezTo>
                  <a:cubicBezTo>
                    <a:pt x="119" y="97"/>
                    <a:pt x="119" y="97"/>
                    <a:pt x="119" y="97"/>
                  </a:cubicBezTo>
                  <a:cubicBezTo>
                    <a:pt x="117" y="99"/>
                    <a:pt x="115" y="100"/>
                    <a:pt x="113" y="101"/>
                  </a:cubicBezTo>
                  <a:cubicBezTo>
                    <a:pt x="110" y="103"/>
                    <a:pt x="106" y="102"/>
                    <a:pt x="105" y="99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04" y="96"/>
                    <a:pt x="102" y="93"/>
                    <a:pt x="100" y="91"/>
                  </a:cubicBezTo>
                  <a:cubicBezTo>
                    <a:pt x="99" y="89"/>
                    <a:pt x="98" y="88"/>
                    <a:pt x="98" y="86"/>
                  </a:cubicBezTo>
                  <a:cubicBezTo>
                    <a:pt x="97" y="84"/>
                    <a:pt x="96" y="82"/>
                    <a:pt x="94" y="82"/>
                  </a:cubicBezTo>
                  <a:cubicBezTo>
                    <a:pt x="92" y="81"/>
                    <a:pt x="91" y="80"/>
                    <a:pt x="90" y="78"/>
                  </a:cubicBezTo>
                  <a:cubicBezTo>
                    <a:pt x="90" y="76"/>
                    <a:pt x="88" y="74"/>
                    <a:pt x="87" y="71"/>
                  </a:cubicBezTo>
                  <a:cubicBezTo>
                    <a:pt x="85" y="72"/>
                    <a:pt x="85" y="72"/>
                    <a:pt x="86" y="74"/>
                  </a:cubicBezTo>
                  <a:cubicBezTo>
                    <a:pt x="87" y="78"/>
                    <a:pt x="89" y="82"/>
                    <a:pt x="91" y="85"/>
                  </a:cubicBezTo>
                  <a:cubicBezTo>
                    <a:pt x="95" y="91"/>
                    <a:pt x="98" y="96"/>
                    <a:pt x="100" y="102"/>
                  </a:cubicBezTo>
                  <a:cubicBezTo>
                    <a:pt x="101" y="104"/>
                    <a:pt x="101" y="105"/>
                    <a:pt x="102" y="107"/>
                  </a:cubicBezTo>
                  <a:cubicBezTo>
                    <a:pt x="103" y="109"/>
                    <a:pt x="104" y="110"/>
                    <a:pt x="106" y="108"/>
                  </a:cubicBezTo>
                  <a:cubicBezTo>
                    <a:pt x="106" y="108"/>
                    <a:pt x="107" y="108"/>
                    <a:pt x="107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15" y="110"/>
                    <a:pt x="115" y="113"/>
                    <a:pt x="114" y="115"/>
                  </a:cubicBezTo>
                  <a:cubicBezTo>
                    <a:pt x="114" y="117"/>
                    <a:pt x="113" y="119"/>
                    <a:pt x="111" y="120"/>
                  </a:cubicBezTo>
                  <a:cubicBezTo>
                    <a:pt x="109" y="122"/>
                    <a:pt x="107" y="123"/>
                    <a:pt x="105" y="125"/>
                  </a:cubicBezTo>
                  <a:cubicBezTo>
                    <a:pt x="105" y="125"/>
                    <a:pt x="104" y="126"/>
                    <a:pt x="104" y="126"/>
                  </a:cubicBezTo>
                  <a:cubicBezTo>
                    <a:pt x="101" y="131"/>
                    <a:pt x="99" y="135"/>
                    <a:pt x="96" y="140"/>
                  </a:cubicBezTo>
                  <a:cubicBezTo>
                    <a:pt x="96" y="141"/>
                    <a:pt x="96" y="142"/>
                    <a:pt x="96" y="143"/>
                  </a:cubicBezTo>
                  <a:cubicBezTo>
                    <a:pt x="100" y="147"/>
                    <a:pt x="99" y="151"/>
                    <a:pt x="99" y="155"/>
                  </a:cubicBezTo>
                  <a:cubicBezTo>
                    <a:pt x="99" y="156"/>
                    <a:pt x="98" y="156"/>
                    <a:pt x="98" y="157"/>
                  </a:cubicBezTo>
                  <a:cubicBezTo>
                    <a:pt x="95" y="158"/>
                    <a:pt x="92" y="160"/>
                    <a:pt x="90" y="162"/>
                  </a:cubicBezTo>
                  <a:cubicBezTo>
                    <a:pt x="90" y="163"/>
                    <a:pt x="89" y="164"/>
                    <a:pt x="89" y="165"/>
                  </a:cubicBezTo>
                  <a:cubicBezTo>
                    <a:pt x="88" y="169"/>
                    <a:pt x="87" y="173"/>
                    <a:pt x="85" y="176"/>
                  </a:cubicBezTo>
                  <a:cubicBezTo>
                    <a:pt x="83" y="181"/>
                    <a:pt x="80" y="185"/>
                    <a:pt x="78" y="190"/>
                  </a:cubicBezTo>
                  <a:cubicBezTo>
                    <a:pt x="77" y="191"/>
                    <a:pt x="76" y="192"/>
                    <a:pt x="75" y="192"/>
                  </a:cubicBezTo>
                  <a:cubicBezTo>
                    <a:pt x="73" y="192"/>
                    <a:pt x="70" y="192"/>
                    <a:pt x="68" y="193"/>
                  </a:cubicBezTo>
                  <a:cubicBezTo>
                    <a:pt x="67" y="193"/>
                    <a:pt x="65" y="193"/>
                    <a:pt x="64" y="193"/>
                  </a:cubicBezTo>
                  <a:cubicBezTo>
                    <a:pt x="64" y="193"/>
                    <a:pt x="63" y="193"/>
                    <a:pt x="63" y="193"/>
                  </a:cubicBezTo>
                  <a:cubicBezTo>
                    <a:pt x="62" y="192"/>
                    <a:pt x="61" y="191"/>
                    <a:pt x="61" y="190"/>
                  </a:cubicBezTo>
                  <a:cubicBezTo>
                    <a:pt x="61" y="188"/>
                    <a:pt x="60" y="186"/>
                    <a:pt x="59" y="183"/>
                  </a:cubicBezTo>
                  <a:cubicBezTo>
                    <a:pt x="58" y="183"/>
                    <a:pt x="58" y="182"/>
                    <a:pt x="57" y="181"/>
                  </a:cubicBezTo>
                  <a:cubicBezTo>
                    <a:pt x="56" y="179"/>
                    <a:pt x="55" y="176"/>
                    <a:pt x="55" y="173"/>
                  </a:cubicBezTo>
                  <a:cubicBezTo>
                    <a:pt x="55" y="172"/>
                    <a:pt x="54" y="170"/>
                    <a:pt x="53" y="169"/>
                  </a:cubicBezTo>
                  <a:cubicBezTo>
                    <a:pt x="51" y="166"/>
                    <a:pt x="50" y="163"/>
                    <a:pt x="50" y="160"/>
                  </a:cubicBezTo>
                  <a:cubicBezTo>
                    <a:pt x="50" y="158"/>
                    <a:pt x="50" y="156"/>
                    <a:pt x="51" y="154"/>
                  </a:cubicBezTo>
                  <a:cubicBezTo>
                    <a:pt x="51" y="153"/>
                    <a:pt x="52" y="153"/>
                    <a:pt x="52" y="152"/>
                  </a:cubicBezTo>
                  <a:cubicBezTo>
                    <a:pt x="53" y="150"/>
                    <a:pt x="53" y="149"/>
                    <a:pt x="52" y="147"/>
                  </a:cubicBezTo>
                  <a:cubicBezTo>
                    <a:pt x="51" y="142"/>
                    <a:pt x="49" y="136"/>
                    <a:pt x="45" y="132"/>
                  </a:cubicBezTo>
                  <a:cubicBezTo>
                    <a:pt x="45" y="131"/>
                    <a:pt x="45" y="129"/>
                    <a:pt x="45" y="128"/>
                  </a:cubicBezTo>
                  <a:cubicBezTo>
                    <a:pt x="46" y="127"/>
                    <a:pt x="47" y="126"/>
                    <a:pt x="47" y="125"/>
                  </a:cubicBezTo>
                  <a:cubicBezTo>
                    <a:pt x="48" y="124"/>
                    <a:pt x="48" y="123"/>
                    <a:pt x="47" y="123"/>
                  </a:cubicBezTo>
                  <a:cubicBezTo>
                    <a:pt x="46" y="122"/>
                    <a:pt x="45" y="122"/>
                    <a:pt x="45" y="120"/>
                  </a:cubicBezTo>
                  <a:cubicBezTo>
                    <a:pt x="44" y="120"/>
                    <a:pt x="44" y="120"/>
                    <a:pt x="43" y="120"/>
                  </a:cubicBezTo>
                  <a:cubicBezTo>
                    <a:pt x="41" y="120"/>
                    <a:pt x="39" y="119"/>
                    <a:pt x="37" y="118"/>
                  </a:cubicBezTo>
                  <a:cubicBezTo>
                    <a:pt x="36" y="117"/>
                    <a:pt x="35" y="117"/>
                    <a:pt x="34" y="117"/>
                  </a:cubicBezTo>
                  <a:cubicBezTo>
                    <a:pt x="33" y="117"/>
                    <a:pt x="32" y="117"/>
                    <a:pt x="31" y="117"/>
                  </a:cubicBezTo>
                  <a:cubicBezTo>
                    <a:pt x="18" y="120"/>
                    <a:pt x="18" y="120"/>
                    <a:pt x="18" y="120"/>
                  </a:cubicBezTo>
                  <a:cubicBezTo>
                    <a:pt x="16" y="121"/>
                    <a:pt x="13" y="120"/>
                    <a:pt x="12" y="119"/>
                  </a:cubicBezTo>
                  <a:cubicBezTo>
                    <a:pt x="11" y="118"/>
                    <a:pt x="11" y="118"/>
                    <a:pt x="11" y="117"/>
                  </a:cubicBezTo>
                  <a:cubicBezTo>
                    <a:pt x="9" y="116"/>
                    <a:pt x="7" y="114"/>
                    <a:pt x="7" y="112"/>
                  </a:cubicBezTo>
                  <a:cubicBezTo>
                    <a:pt x="7" y="111"/>
                    <a:pt x="7" y="110"/>
                    <a:pt x="6" y="110"/>
                  </a:cubicBezTo>
                  <a:cubicBezTo>
                    <a:pt x="2" y="108"/>
                    <a:pt x="1" y="105"/>
                    <a:pt x="0" y="102"/>
                  </a:cubicBezTo>
                  <a:cubicBezTo>
                    <a:pt x="0" y="101"/>
                    <a:pt x="0" y="100"/>
                    <a:pt x="1" y="99"/>
                  </a:cubicBezTo>
                  <a:cubicBezTo>
                    <a:pt x="2" y="98"/>
                    <a:pt x="2" y="97"/>
                    <a:pt x="1" y="95"/>
                  </a:cubicBezTo>
                  <a:cubicBezTo>
                    <a:pt x="0" y="92"/>
                    <a:pt x="0" y="88"/>
                    <a:pt x="2" y="85"/>
                  </a:cubicBezTo>
                  <a:cubicBezTo>
                    <a:pt x="3" y="83"/>
                    <a:pt x="5" y="81"/>
                    <a:pt x="7" y="80"/>
                  </a:cubicBezTo>
                  <a:cubicBezTo>
                    <a:pt x="8" y="79"/>
                    <a:pt x="8" y="78"/>
                    <a:pt x="9" y="77"/>
                  </a:cubicBezTo>
                  <a:cubicBezTo>
                    <a:pt x="11" y="75"/>
                    <a:pt x="12" y="72"/>
                    <a:pt x="13" y="70"/>
                  </a:cubicBezTo>
                  <a:cubicBezTo>
                    <a:pt x="14" y="68"/>
                    <a:pt x="15" y="67"/>
                    <a:pt x="16" y="66"/>
                  </a:cubicBezTo>
                  <a:cubicBezTo>
                    <a:pt x="17" y="65"/>
                    <a:pt x="19" y="64"/>
                    <a:pt x="21" y="62"/>
                  </a:cubicBezTo>
                  <a:cubicBezTo>
                    <a:pt x="21" y="61"/>
                    <a:pt x="22" y="61"/>
                    <a:pt x="23" y="62"/>
                  </a:cubicBezTo>
                  <a:cubicBezTo>
                    <a:pt x="23" y="63"/>
                    <a:pt x="23" y="63"/>
                    <a:pt x="24" y="63"/>
                  </a:cubicBezTo>
                  <a:cubicBezTo>
                    <a:pt x="26" y="63"/>
                    <a:pt x="29" y="62"/>
                    <a:pt x="31" y="62"/>
                  </a:cubicBezTo>
                  <a:cubicBezTo>
                    <a:pt x="32" y="62"/>
                    <a:pt x="33" y="62"/>
                    <a:pt x="33" y="62"/>
                  </a:cubicBezTo>
                  <a:cubicBezTo>
                    <a:pt x="37" y="62"/>
                    <a:pt x="40" y="61"/>
                    <a:pt x="44" y="59"/>
                  </a:cubicBezTo>
                  <a:cubicBezTo>
                    <a:pt x="44" y="59"/>
                    <a:pt x="45" y="59"/>
                    <a:pt x="46" y="59"/>
                  </a:cubicBezTo>
                  <a:cubicBezTo>
                    <a:pt x="46" y="59"/>
                    <a:pt x="46" y="61"/>
                    <a:pt x="46" y="61"/>
                  </a:cubicBezTo>
                  <a:cubicBezTo>
                    <a:pt x="46" y="63"/>
                    <a:pt x="47" y="64"/>
                    <a:pt x="48" y="65"/>
                  </a:cubicBezTo>
                  <a:cubicBezTo>
                    <a:pt x="49" y="67"/>
                    <a:pt x="51" y="68"/>
                    <a:pt x="52" y="69"/>
                  </a:cubicBezTo>
                  <a:cubicBezTo>
                    <a:pt x="52" y="69"/>
                    <a:pt x="52" y="69"/>
                    <a:pt x="53" y="69"/>
                  </a:cubicBezTo>
                  <a:cubicBezTo>
                    <a:pt x="55" y="70"/>
                    <a:pt x="57" y="70"/>
                    <a:pt x="60" y="70"/>
                  </a:cubicBezTo>
                  <a:cubicBezTo>
                    <a:pt x="61" y="70"/>
                    <a:pt x="62" y="70"/>
                    <a:pt x="62" y="68"/>
                  </a:cubicBezTo>
                  <a:cubicBezTo>
                    <a:pt x="63" y="67"/>
                    <a:pt x="64" y="67"/>
                    <a:pt x="65" y="66"/>
                  </a:cubicBezTo>
                  <a:cubicBezTo>
                    <a:pt x="65" y="66"/>
                    <a:pt x="65" y="66"/>
                    <a:pt x="65" y="66"/>
                  </a:cubicBezTo>
                  <a:cubicBezTo>
                    <a:pt x="66" y="67"/>
                    <a:pt x="66" y="67"/>
                    <a:pt x="67" y="67"/>
                  </a:cubicBezTo>
                  <a:cubicBezTo>
                    <a:pt x="68" y="68"/>
                    <a:pt x="69" y="69"/>
                    <a:pt x="71" y="69"/>
                  </a:cubicBezTo>
                  <a:cubicBezTo>
                    <a:pt x="72" y="69"/>
                    <a:pt x="73" y="69"/>
                    <a:pt x="74" y="69"/>
                  </a:cubicBezTo>
                  <a:cubicBezTo>
                    <a:pt x="74" y="69"/>
                    <a:pt x="75" y="69"/>
                    <a:pt x="76" y="69"/>
                  </a:cubicBezTo>
                  <a:cubicBezTo>
                    <a:pt x="78" y="70"/>
                    <a:pt x="81" y="70"/>
                    <a:pt x="83" y="70"/>
                  </a:cubicBezTo>
                  <a:cubicBezTo>
                    <a:pt x="84" y="71"/>
                    <a:pt x="85" y="70"/>
                    <a:pt x="86" y="70"/>
                  </a:cubicBezTo>
                  <a:cubicBezTo>
                    <a:pt x="88" y="68"/>
                    <a:pt x="89" y="66"/>
                    <a:pt x="88" y="63"/>
                  </a:cubicBezTo>
                  <a:cubicBezTo>
                    <a:pt x="88" y="62"/>
                    <a:pt x="88" y="61"/>
                    <a:pt x="88" y="60"/>
                  </a:cubicBezTo>
                  <a:cubicBezTo>
                    <a:pt x="86" y="59"/>
                    <a:pt x="84" y="60"/>
                    <a:pt x="83" y="60"/>
                  </a:cubicBezTo>
                  <a:cubicBezTo>
                    <a:pt x="81" y="62"/>
                    <a:pt x="79" y="61"/>
                    <a:pt x="77" y="60"/>
                  </a:cubicBezTo>
                  <a:cubicBezTo>
                    <a:pt x="74" y="58"/>
                    <a:pt x="73" y="56"/>
                    <a:pt x="72" y="53"/>
                  </a:cubicBezTo>
                  <a:cubicBezTo>
                    <a:pt x="74" y="54"/>
                    <a:pt x="75" y="53"/>
                    <a:pt x="76" y="51"/>
                  </a:cubicBezTo>
                  <a:cubicBezTo>
                    <a:pt x="73" y="51"/>
                    <a:pt x="71" y="52"/>
                    <a:pt x="68" y="53"/>
                  </a:cubicBezTo>
                  <a:cubicBezTo>
                    <a:pt x="67" y="53"/>
                    <a:pt x="66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7" y="56"/>
                    <a:pt x="67" y="56"/>
                    <a:pt x="67" y="56"/>
                  </a:cubicBezTo>
                  <a:cubicBezTo>
                    <a:pt x="67" y="57"/>
                    <a:pt x="67" y="58"/>
                    <a:pt x="67" y="58"/>
                  </a:cubicBezTo>
                  <a:cubicBezTo>
                    <a:pt x="66" y="58"/>
                    <a:pt x="65" y="58"/>
                    <a:pt x="64" y="57"/>
                  </a:cubicBezTo>
                  <a:cubicBezTo>
                    <a:pt x="64" y="57"/>
                    <a:pt x="64" y="55"/>
                    <a:pt x="62" y="55"/>
                  </a:cubicBezTo>
                  <a:cubicBezTo>
                    <a:pt x="62" y="55"/>
                    <a:pt x="62" y="54"/>
                    <a:pt x="62" y="54"/>
                  </a:cubicBezTo>
                  <a:cubicBezTo>
                    <a:pt x="62" y="52"/>
                    <a:pt x="60" y="50"/>
                    <a:pt x="59" y="48"/>
                  </a:cubicBezTo>
                  <a:cubicBezTo>
                    <a:pt x="59" y="48"/>
                    <a:pt x="58" y="48"/>
                    <a:pt x="57" y="48"/>
                  </a:cubicBezTo>
                  <a:cubicBezTo>
                    <a:pt x="55" y="48"/>
                    <a:pt x="54" y="47"/>
                    <a:pt x="53" y="45"/>
                  </a:cubicBezTo>
                  <a:cubicBezTo>
                    <a:pt x="52" y="45"/>
                    <a:pt x="52" y="44"/>
                    <a:pt x="51" y="44"/>
                  </a:cubicBezTo>
                  <a:cubicBezTo>
                    <a:pt x="50" y="43"/>
                    <a:pt x="49" y="43"/>
                    <a:pt x="49" y="44"/>
                  </a:cubicBezTo>
                  <a:cubicBezTo>
                    <a:pt x="48" y="45"/>
                    <a:pt x="48" y="46"/>
                    <a:pt x="48" y="47"/>
                  </a:cubicBezTo>
                  <a:cubicBezTo>
                    <a:pt x="48" y="47"/>
                    <a:pt x="48" y="47"/>
                    <a:pt x="49" y="47"/>
                  </a:cubicBezTo>
                  <a:cubicBezTo>
                    <a:pt x="50" y="49"/>
                    <a:pt x="52" y="50"/>
                    <a:pt x="54" y="51"/>
                  </a:cubicBezTo>
                  <a:cubicBezTo>
                    <a:pt x="55" y="51"/>
                    <a:pt x="56" y="53"/>
                    <a:pt x="57" y="54"/>
                  </a:cubicBezTo>
                  <a:cubicBezTo>
                    <a:pt x="55" y="55"/>
                    <a:pt x="52" y="55"/>
                    <a:pt x="51" y="53"/>
                  </a:cubicBezTo>
                  <a:cubicBezTo>
                    <a:pt x="50" y="53"/>
                    <a:pt x="50" y="53"/>
                    <a:pt x="50" y="52"/>
                  </a:cubicBezTo>
                  <a:cubicBezTo>
                    <a:pt x="50" y="51"/>
                    <a:pt x="49" y="51"/>
                    <a:pt x="48" y="50"/>
                  </a:cubicBezTo>
                  <a:cubicBezTo>
                    <a:pt x="47" y="49"/>
                    <a:pt x="46" y="48"/>
                    <a:pt x="45" y="46"/>
                  </a:cubicBezTo>
                  <a:cubicBezTo>
                    <a:pt x="43" y="45"/>
                    <a:pt x="40" y="45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7" y="47"/>
                    <a:pt x="34" y="48"/>
                    <a:pt x="34" y="50"/>
                  </a:cubicBezTo>
                  <a:cubicBezTo>
                    <a:pt x="33" y="51"/>
                    <a:pt x="33" y="51"/>
                    <a:pt x="32" y="52"/>
                  </a:cubicBezTo>
                  <a:cubicBezTo>
                    <a:pt x="32" y="52"/>
                    <a:pt x="31" y="53"/>
                    <a:pt x="31" y="53"/>
                  </a:cubicBezTo>
                  <a:cubicBezTo>
                    <a:pt x="30" y="56"/>
                    <a:pt x="29" y="57"/>
                    <a:pt x="26" y="58"/>
                  </a:cubicBezTo>
                  <a:cubicBezTo>
                    <a:pt x="23" y="58"/>
                    <a:pt x="20" y="59"/>
                    <a:pt x="17" y="59"/>
                  </a:cubicBezTo>
                  <a:cubicBezTo>
                    <a:pt x="16" y="59"/>
                    <a:pt x="16" y="58"/>
                    <a:pt x="16" y="57"/>
                  </a:cubicBezTo>
                  <a:cubicBezTo>
                    <a:pt x="15" y="55"/>
                    <a:pt x="15" y="53"/>
                    <a:pt x="16" y="51"/>
                  </a:cubicBezTo>
                  <a:cubicBezTo>
                    <a:pt x="16" y="49"/>
                    <a:pt x="18" y="47"/>
                    <a:pt x="20" y="47"/>
                  </a:cubicBezTo>
                  <a:cubicBezTo>
                    <a:pt x="22" y="47"/>
                    <a:pt x="25" y="47"/>
                    <a:pt x="27" y="47"/>
                  </a:cubicBezTo>
                  <a:cubicBezTo>
                    <a:pt x="28" y="47"/>
                    <a:pt x="28" y="47"/>
                    <a:pt x="28" y="46"/>
                  </a:cubicBezTo>
                  <a:cubicBezTo>
                    <a:pt x="28" y="46"/>
                    <a:pt x="28" y="45"/>
                    <a:pt x="28" y="45"/>
                  </a:cubicBezTo>
                  <a:cubicBezTo>
                    <a:pt x="29" y="43"/>
                    <a:pt x="28" y="42"/>
                    <a:pt x="26" y="41"/>
                  </a:cubicBezTo>
                  <a:cubicBezTo>
                    <a:pt x="25" y="40"/>
                    <a:pt x="25" y="40"/>
                    <a:pt x="24" y="40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4" y="38"/>
                    <a:pt x="24" y="38"/>
                  </a:cubicBezTo>
                  <a:cubicBezTo>
                    <a:pt x="25" y="38"/>
                    <a:pt x="26" y="38"/>
                    <a:pt x="27" y="38"/>
                  </a:cubicBezTo>
                  <a:cubicBezTo>
                    <a:pt x="30" y="38"/>
                    <a:pt x="33" y="36"/>
                    <a:pt x="35" y="33"/>
                  </a:cubicBezTo>
                  <a:cubicBezTo>
                    <a:pt x="35" y="31"/>
                    <a:pt x="37" y="29"/>
                    <a:pt x="39" y="29"/>
                  </a:cubicBezTo>
                  <a:cubicBezTo>
                    <a:pt x="42" y="29"/>
                    <a:pt x="42" y="28"/>
                    <a:pt x="43" y="25"/>
                  </a:cubicBezTo>
                  <a:cubicBezTo>
                    <a:pt x="43" y="24"/>
                    <a:pt x="43" y="23"/>
                    <a:pt x="44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5" y="24"/>
                    <a:pt x="45" y="25"/>
                    <a:pt x="46" y="26"/>
                  </a:cubicBezTo>
                  <a:cubicBezTo>
                    <a:pt x="46" y="27"/>
                    <a:pt x="47" y="28"/>
                    <a:pt x="48" y="28"/>
                  </a:cubicBezTo>
                  <a:cubicBezTo>
                    <a:pt x="49" y="28"/>
                    <a:pt x="50" y="28"/>
                    <a:pt x="51" y="28"/>
                  </a:cubicBezTo>
                  <a:cubicBezTo>
                    <a:pt x="53" y="28"/>
                    <a:pt x="55" y="28"/>
                    <a:pt x="57" y="27"/>
                  </a:cubicBezTo>
                  <a:cubicBezTo>
                    <a:pt x="58" y="27"/>
                    <a:pt x="59" y="27"/>
                    <a:pt x="59" y="26"/>
                  </a:cubicBezTo>
                  <a:cubicBezTo>
                    <a:pt x="59" y="25"/>
                    <a:pt x="60" y="25"/>
                    <a:pt x="61" y="24"/>
                  </a:cubicBezTo>
                  <a:cubicBezTo>
                    <a:pt x="61" y="23"/>
                    <a:pt x="62" y="23"/>
                    <a:pt x="62" y="22"/>
                  </a:cubicBezTo>
                  <a:cubicBezTo>
                    <a:pt x="62" y="20"/>
                    <a:pt x="64" y="19"/>
                    <a:pt x="66" y="19"/>
                  </a:cubicBezTo>
                  <a:cubicBezTo>
                    <a:pt x="66" y="19"/>
                    <a:pt x="67" y="20"/>
                    <a:pt x="67" y="20"/>
                  </a:cubicBezTo>
                  <a:cubicBezTo>
                    <a:pt x="68" y="21"/>
                    <a:pt x="68" y="22"/>
                    <a:pt x="68" y="23"/>
                  </a:cubicBezTo>
                  <a:cubicBezTo>
                    <a:pt x="70" y="21"/>
                    <a:pt x="71" y="18"/>
                    <a:pt x="70" y="15"/>
                  </a:cubicBezTo>
                  <a:cubicBezTo>
                    <a:pt x="70" y="15"/>
                    <a:pt x="69" y="15"/>
                    <a:pt x="68" y="16"/>
                  </a:cubicBezTo>
                  <a:cubicBezTo>
                    <a:pt x="67" y="16"/>
                    <a:pt x="66" y="16"/>
                    <a:pt x="64" y="16"/>
                  </a:cubicBezTo>
                  <a:cubicBezTo>
                    <a:pt x="61" y="15"/>
                    <a:pt x="60" y="13"/>
                    <a:pt x="62" y="10"/>
                  </a:cubicBezTo>
                  <a:cubicBezTo>
                    <a:pt x="63" y="10"/>
                    <a:pt x="64" y="7"/>
                    <a:pt x="63" y="7"/>
                  </a:cubicBezTo>
                  <a:cubicBezTo>
                    <a:pt x="62" y="6"/>
                    <a:pt x="61" y="8"/>
                    <a:pt x="60" y="8"/>
                  </a:cubicBezTo>
                  <a:cubicBezTo>
                    <a:pt x="58" y="10"/>
                    <a:pt x="56" y="12"/>
                    <a:pt x="56" y="15"/>
                  </a:cubicBezTo>
                  <a:cubicBezTo>
                    <a:pt x="55" y="18"/>
                    <a:pt x="54" y="20"/>
                    <a:pt x="53" y="22"/>
                  </a:cubicBezTo>
                  <a:cubicBezTo>
                    <a:pt x="52" y="23"/>
                    <a:pt x="50" y="23"/>
                    <a:pt x="49" y="23"/>
                  </a:cubicBezTo>
                  <a:cubicBezTo>
                    <a:pt x="49" y="23"/>
                    <a:pt x="48" y="22"/>
                    <a:pt x="48" y="22"/>
                  </a:cubicBezTo>
                  <a:cubicBezTo>
                    <a:pt x="47" y="21"/>
                    <a:pt x="47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39" y="20"/>
                    <a:pt x="39" y="19"/>
                  </a:cubicBezTo>
                  <a:cubicBezTo>
                    <a:pt x="38" y="14"/>
                    <a:pt x="37" y="15"/>
                    <a:pt x="42" y="13"/>
                  </a:cubicBezTo>
                  <a:cubicBezTo>
                    <a:pt x="44" y="12"/>
                    <a:pt x="45" y="11"/>
                    <a:pt x="46" y="10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6"/>
                  </a:cubicBezTo>
                  <a:cubicBezTo>
                    <a:pt x="54" y="2"/>
                    <a:pt x="59" y="1"/>
                    <a:pt x="64" y="0"/>
                  </a:cubicBezTo>
                  <a:cubicBezTo>
                    <a:pt x="68" y="0"/>
                    <a:pt x="73" y="1"/>
                    <a:pt x="77" y="3"/>
                  </a:cubicBezTo>
                  <a:cubicBezTo>
                    <a:pt x="79" y="3"/>
                    <a:pt x="81" y="4"/>
                    <a:pt x="84" y="5"/>
                  </a:cubicBezTo>
                  <a:cubicBezTo>
                    <a:pt x="81" y="7"/>
                    <a:pt x="78" y="5"/>
                    <a:pt x="75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7" y="7"/>
                    <a:pt x="78" y="9"/>
                    <a:pt x="80" y="10"/>
                  </a:cubicBezTo>
                  <a:cubicBezTo>
                    <a:pt x="81" y="11"/>
                    <a:pt x="83" y="10"/>
                    <a:pt x="84" y="9"/>
                  </a:cubicBezTo>
                  <a:cubicBezTo>
                    <a:pt x="84" y="7"/>
                    <a:pt x="84" y="7"/>
                    <a:pt x="85" y="7"/>
                  </a:cubicBezTo>
                  <a:cubicBezTo>
                    <a:pt x="87" y="7"/>
                    <a:pt x="88" y="6"/>
                    <a:pt x="89" y="5"/>
                  </a:cubicBezTo>
                  <a:cubicBezTo>
                    <a:pt x="89" y="4"/>
                    <a:pt x="90" y="4"/>
                    <a:pt x="91" y="4"/>
                  </a:cubicBezTo>
                  <a:cubicBezTo>
                    <a:pt x="91" y="5"/>
                    <a:pt x="91" y="6"/>
                    <a:pt x="93" y="5"/>
                  </a:cubicBezTo>
                  <a:cubicBezTo>
                    <a:pt x="93" y="5"/>
                    <a:pt x="94" y="5"/>
                    <a:pt x="94" y="5"/>
                  </a:cubicBezTo>
                  <a:cubicBezTo>
                    <a:pt x="95" y="4"/>
                    <a:pt x="97" y="4"/>
                    <a:pt x="99" y="4"/>
                  </a:cubicBezTo>
                  <a:cubicBezTo>
                    <a:pt x="101" y="4"/>
                    <a:pt x="104" y="3"/>
                    <a:pt x="106" y="2"/>
                  </a:cubicBezTo>
                  <a:cubicBezTo>
                    <a:pt x="107" y="2"/>
                    <a:pt x="109" y="2"/>
                    <a:pt x="110" y="3"/>
                  </a:cubicBezTo>
                  <a:cubicBezTo>
                    <a:pt x="120" y="13"/>
                    <a:pt x="128" y="25"/>
                    <a:pt x="135" y="38"/>
                  </a:cubicBezTo>
                  <a:cubicBezTo>
                    <a:pt x="143" y="53"/>
                    <a:pt x="148" y="69"/>
                    <a:pt x="151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9" name="ïṧlïďe">
              <a:extLst>
                <a:ext uri="{FF2B5EF4-FFF2-40B4-BE49-F238E27FC236}">
                  <a16:creationId xmlns:a16="http://schemas.microsoft.com/office/drawing/2014/main" id="{92C53032-AE34-40EF-BF83-298151E800EC}"/>
                </a:ext>
              </a:extLst>
            </p:cNvPr>
            <p:cNvSpPr/>
            <p:nvPr/>
          </p:nvSpPr>
          <p:spPr bwMode="auto">
            <a:xfrm>
              <a:off x="5242744" y="2706624"/>
              <a:ext cx="497142" cy="1002400"/>
            </a:xfrm>
            <a:custGeom>
              <a:avLst/>
              <a:gdLst>
                <a:gd name="T0" fmla="*/ 64 w 118"/>
                <a:gd name="T1" fmla="*/ 37 h 238"/>
                <a:gd name="T2" fmla="*/ 81 w 118"/>
                <a:gd name="T3" fmla="*/ 21 h 238"/>
                <a:gd name="T4" fmla="*/ 92 w 118"/>
                <a:gd name="T5" fmla="*/ 23 h 238"/>
                <a:gd name="T6" fmla="*/ 97 w 118"/>
                <a:gd name="T7" fmla="*/ 35 h 238"/>
                <a:gd name="T8" fmla="*/ 81 w 118"/>
                <a:gd name="T9" fmla="*/ 41 h 238"/>
                <a:gd name="T10" fmla="*/ 74 w 118"/>
                <a:gd name="T11" fmla="*/ 45 h 238"/>
                <a:gd name="T12" fmla="*/ 85 w 118"/>
                <a:gd name="T13" fmla="*/ 49 h 238"/>
                <a:gd name="T14" fmla="*/ 76 w 118"/>
                <a:gd name="T15" fmla="*/ 49 h 238"/>
                <a:gd name="T16" fmla="*/ 62 w 118"/>
                <a:gd name="T17" fmla="*/ 60 h 238"/>
                <a:gd name="T18" fmla="*/ 55 w 118"/>
                <a:gd name="T19" fmla="*/ 64 h 238"/>
                <a:gd name="T20" fmla="*/ 44 w 118"/>
                <a:gd name="T21" fmla="*/ 82 h 238"/>
                <a:gd name="T22" fmla="*/ 41 w 118"/>
                <a:gd name="T23" fmla="*/ 86 h 238"/>
                <a:gd name="T24" fmla="*/ 38 w 118"/>
                <a:gd name="T25" fmla="*/ 78 h 238"/>
                <a:gd name="T26" fmla="*/ 36 w 118"/>
                <a:gd name="T27" fmla="*/ 79 h 238"/>
                <a:gd name="T28" fmla="*/ 28 w 118"/>
                <a:gd name="T29" fmla="*/ 82 h 238"/>
                <a:gd name="T30" fmla="*/ 19 w 118"/>
                <a:gd name="T31" fmla="*/ 82 h 238"/>
                <a:gd name="T32" fmla="*/ 14 w 118"/>
                <a:gd name="T33" fmla="*/ 93 h 238"/>
                <a:gd name="T34" fmla="*/ 25 w 118"/>
                <a:gd name="T35" fmla="*/ 97 h 238"/>
                <a:gd name="T36" fmla="*/ 29 w 118"/>
                <a:gd name="T37" fmla="*/ 98 h 238"/>
                <a:gd name="T38" fmla="*/ 33 w 118"/>
                <a:gd name="T39" fmla="*/ 106 h 238"/>
                <a:gd name="T40" fmla="*/ 35 w 118"/>
                <a:gd name="T41" fmla="*/ 114 h 238"/>
                <a:gd name="T42" fmla="*/ 43 w 118"/>
                <a:gd name="T43" fmla="*/ 117 h 238"/>
                <a:gd name="T44" fmla="*/ 53 w 118"/>
                <a:gd name="T45" fmla="*/ 113 h 238"/>
                <a:gd name="T46" fmla="*/ 54 w 118"/>
                <a:gd name="T47" fmla="*/ 117 h 238"/>
                <a:gd name="T48" fmla="*/ 60 w 118"/>
                <a:gd name="T49" fmla="*/ 113 h 238"/>
                <a:gd name="T50" fmla="*/ 85 w 118"/>
                <a:gd name="T51" fmla="*/ 124 h 238"/>
                <a:gd name="T52" fmla="*/ 91 w 118"/>
                <a:gd name="T53" fmla="*/ 134 h 238"/>
                <a:gd name="T54" fmla="*/ 90 w 118"/>
                <a:gd name="T55" fmla="*/ 136 h 238"/>
                <a:gd name="T56" fmla="*/ 93 w 118"/>
                <a:gd name="T57" fmla="*/ 137 h 238"/>
                <a:gd name="T58" fmla="*/ 95 w 118"/>
                <a:gd name="T59" fmla="*/ 138 h 238"/>
                <a:gd name="T60" fmla="*/ 101 w 118"/>
                <a:gd name="T61" fmla="*/ 138 h 238"/>
                <a:gd name="T62" fmla="*/ 116 w 118"/>
                <a:gd name="T63" fmla="*/ 143 h 238"/>
                <a:gd name="T64" fmla="*/ 113 w 118"/>
                <a:gd name="T65" fmla="*/ 158 h 238"/>
                <a:gd name="T66" fmla="*/ 109 w 118"/>
                <a:gd name="T67" fmla="*/ 175 h 238"/>
                <a:gd name="T68" fmla="*/ 98 w 118"/>
                <a:gd name="T69" fmla="*/ 182 h 238"/>
                <a:gd name="T70" fmla="*/ 91 w 118"/>
                <a:gd name="T71" fmla="*/ 197 h 238"/>
                <a:gd name="T72" fmla="*/ 85 w 118"/>
                <a:gd name="T73" fmla="*/ 206 h 238"/>
                <a:gd name="T74" fmla="*/ 78 w 118"/>
                <a:gd name="T75" fmla="*/ 218 h 238"/>
                <a:gd name="T76" fmla="*/ 79 w 118"/>
                <a:gd name="T77" fmla="*/ 231 h 238"/>
                <a:gd name="T78" fmla="*/ 83 w 118"/>
                <a:gd name="T79" fmla="*/ 237 h 238"/>
                <a:gd name="T80" fmla="*/ 75 w 118"/>
                <a:gd name="T81" fmla="*/ 233 h 238"/>
                <a:gd name="T82" fmla="*/ 64 w 118"/>
                <a:gd name="T83" fmla="*/ 213 h 238"/>
                <a:gd name="T84" fmla="*/ 61 w 118"/>
                <a:gd name="T85" fmla="*/ 191 h 238"/>
                <a:gd name="T86" fmla="*/ 54 w 118"/>
                <a:gd name="T87" fmla="*/ 167 h 238"/>
                <a:gd name="T88" fmla="*/ 43 w 118"/>
                <a:gd name="T89" fmla="*/ 152 h 238"/>
                <a:gd name="T90" fmla="*/ 40 w 118"/>
                <a:gd name="T91" fmla="*/ 142 h 238"/>
                <a:gd name="T92" fmla="*/ 45 w 118"/>
                <a:gd name="T93" fmla="*/ 127 h 238"/>
                <a:gd name="T94" fmla="*/ 36 w 118"/>
                <a:gd name="T95" fmla="*/ 120 h 238"/>
                <a:gd name="T96" fmla="*/ 26 w 118"/>
                <a:gd name="T97" fmla="*/ 111 h 238"/>
                <a:gd name="T98" fmla="*/ 13 w 118"/>
                <a:gd name="T99" fmla="*/ 106 h 238"/>
                <a:gd name="T100" fmla="*/ 6 w 118"/>
                <a:gd name="T101" fmla="*/ 67 h 238"/>
                <a:gd name="T102" fmla="*/ 37 w 118"/>
                <a:gd name="T103" fmla="*/ 14 h 238"/>
                <a:gd name="T104" fmla="*/ 58 w 118"/>
                <a:gd name="T105" fmla="*/ 11 h 238"/>
                <a:gd name="T106" fmla="*/ 67 w 118"/>
                <a:gd name="T107" fmla="*/ 1 h 238"/>
                <a:gd name="T108" fmla="*/ 67 w 118"/>
                <a:gd name="T109" fmla="*/ 6 h 238"/>
                <a:gd name="T110" fmla="*/ 79 w 118"/>
                <a:gd name="T111" fmla="*/ 9 h 238"/>
                <a:gd name="T112" fmla="*/ 65 w 118"/>
                <a:gd name="T113" fmla="*/ 15 h 238"/>
                <a:gd name="T114" fmla="*/ 50 w 118"/>
                <a:gd name="T115" fmla="*/ 28 h 238"/>
                <a:gd name="T116" fmla="*/ 57 w 118"/>
                <a:gd name="T117" fmla="*/ 32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8" h="238">
                  <a:moveTo>
                    <a:pt x="61" y="33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2" y="39"/>
                    <a:pt x="63" y="39"/>
                    <a:pt x="64" y="37"/>
                  </a:cubicBezTo>
                  <a:cubicBezTo>
                    <a:pt x="67" y="34"/>
                    <a:pt x="69" y="30"/>
                    <a:pt x="72" y="26"/>
                  </a:cubicBezTo>
                  <a:cubicBezTo>
                    <a:pt x="72" y="26"/>
                    <a:pt x="73" y="25"/>
                    <a:pt x="73" y="25"/>
                  </a:cubicBezTo>
                  <a:cubicBezTo>
                    <a:pt x="75" y="22"/>
                    <a:pt x="78" y="20"/>
                    <a:pt x="81" y="21"/>
                  </a:cubicBezTo>
                  <a:cubicBezTo>
                    <a:pt x="83" y="21"/>
                    <a:pt x="84" y="22"/>
                    <a:pt x="84" y="24"/>
                  </a:cubicBezTo>
                  <a:cubicBezTo>
                    <a:pt x="84" y="24"/>
                    <a:pt x="85" y="25"/>
                    <a:pt x="86" y="25"/>
                  </a:cubicBezTo>
                  <a:cubicBezTo>
                    <a:pt x="88" y="25"/>
                    <a:pt x="90" y="24"/>
                    <a:pt x="92" y="23"/>
                  </a:cubicBezTo>
                  <a:cubicBezTo>
                    <a:pt x="93" y="23"/>
                    <a:pt x="93" y="24"/>
                    <a:pt x="93" y="24"/>
                  </a:cubicBezTo>
                  <a:cubicBezTo>
                    <a:pt x="93" y="25"/>
                    <a:pt x="93" y="25"/>
                    <a:pt x="93" y="26"/>
                  </a:cubicBezTo>
                  <a:cubicBezTo>
                    <a:pt x="92" y="29"/>
                    <a:pt x="94" y="33"/>
                    <a:pt x="97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5" y="38"/>
                    <a:pt x="92" y="39"/>
                    <a:pt x="88" y="39"/>
                  </a:cubicBezTo>
                  <a:cubicBezTo>
                    <a:pt x="86" y="39"/>
                    <a:pt x="83" y="40"/>
                    <a:pt x="81" y="41"/>
                  </a:cubicBezTo>
                  <a:cubicBezTo>
                    <a:pt x="79" y="42"/>
                    <a:pt x="77" y="43"/>
                    <a:pt x="75" y="43"/>
                  </a:cubicBezTo>
                  <a:cubicBezTo>
                    <a:pt x="75" y="44"/>
                    <a:pt x="74" y="44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47"/>
                    <a:pt x="81" y="48"/>
                    <a:pt x="83" y="48"/>
                  </a:cubicBezTo>
                  <a:cubicBezTo>
                    <a:pt x="84" y="48"/>
                    <a:pt x="84" y="49"/>
                    <a:pt x="85" y="49"/>
                  </a:cubicBezTo>
                  <a:cubicBezTo>
                    <a:pt x="82" y="50"/>
                    <a:pt x="80" y="53"/>
                    <a:pt x="76" y="53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8" y="48"/>
                    <a:pt x="78" y="48"/>
                    <a:pt x="76" y="49"/>
                  </a:cubicBezTo>
                  <a:cubicBezTo>
                    <a:pt x="74" y="50"/>
                    <a:pt x="72" y="52"/>
                    <a:pt x="70" y="53"/>
                  </a:cubicBezTo>
                  <a:cubicBezTo>
                    <a:pt x="70" y="54"/>
                    <a:pt x="69" y="54"/>
                    <a:pt x="69" y="54"/>
                  </a:cubicBezTo>
                  <a:cubicBezTo>
                    <a:pt x="66" y="55"/>
                    <a:pt x="64" y="57"/>
                    <a:pt x="62" y="60"/>
                  </a:cubicBezTo>
                  <a:cubicBezTo>
                    <a:pt x="61" y="61"/>
                    <a:pt x="60" y="62"/>
                    <a:pt x="58" y="62"/>
                  </a:cubicBezTo>
                  <a:cubicBezTo>
                    <a:pt x="57" y="62"/>
                    <a:pt x="57" y="62"/>
                    <a:pt x="56" y="63"/>
                  </a:cubicBezTo>
                  <a:cubicBezTo>
                    <a:pt x="56" y="63"/>
                    <a:pt x="55" y="64"/>
                    <a:pt x="55" y="64"/>
                  </a:cubicBezTo>
                  <a:cubicBezTo>
                    <a:pt x="56" y="67"/>
                    <a:pt x="54" y="70"/>
                    <a:pt x="51" y="71"/>
                  </a:cubicBezTo>
                  <a:cubicBezTo>
                    <a:pt x="49" y="72"/>
                    <a:pt x="47" y="73"/>
                    <a:pt x="45" y="75"/>
                  </a:cubicBezTo>
                  <a:cubicBezTo>
                    <a:pt x="43" y="77"/>
                    <a:pt x="43" y="79"/>
                    <a:pt x="44" y="82"/>
                  </a:cubicBezTo>
                  <a:cubicBezTo>
                    <a:pt x="45" y="83"/>
                    <a:pt x="45" y="85"/>
                    <a:pt x="44" y="87"/>
                  </a:cubicBezTo>
                  <a:cubicBezTo>
                    <a:pt x="44" y="87"/>
                    <a:pt x="43" y="87"/>
                    <a:pt x="42" y="87"/>
                  </a:cubicBezTo>
                  <a:cubicBezTo>
                    <a:pt x="42" y="87"/>
                    <a:pt x="41" y="87"/>
                    <a:pt x="41" y="86"/>
                  </a:cubicBezTo>
                  <a:cubicBezTo>
                    <a:pt x="41" y="84"/>
                    <a:pt x="40" y="82"/>
                    <a:pt x="40" y="80"/>
                  </a:cubicBezTo>
                  <a:cubicBezTo>
                    <a:pt x="40" y="80"/>
                    <a:pt x="39" y="79"/>
                    <a:pt x="39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7" y="80"/>
                    <a:pt x="37" y="80"/>
                    <a:pt x="36" y="79"/>
                  </a:cubicBezTo>
                  <a:cubicBezTo>
                    <a:pt x="36" y="79"/>
                    <a:pt x="35" y="78"/>
                    <a:pt x="34" y="78"/>
                  </a:cubicBezTo>
                  <a:cubicBezTo>
                    <a:pt x="33" y="77"/>
                    <a:pt x="32" y="77"/>
                    <a:pt x="31" y="78"/>
                  </a:cubicBezTo>
                  <a:cubicBezTo>
                    <a:pt x="30" y="80"/>
                    <a:pt x="29" y="81"/>
                    <a:pt x="28" y="82"/>
                  </a:cubicBezTo>
                  <a:cubicBezTo>
                    <a:pt x="27" y="81"/>
                    <a:pt x="26" y="80"/>
                    <a:pt x="25" y="79"/>
                  </a:cubicBezTo>
                  <a:cubicBezTo>
                    <a:pt x="25" y="79"/>
                    <a:pt x="25" y="79"/>
                    <a:pt x="24" y="79"/>
                  </a:cubicBezTo>
                  <a:cubicBezTo>
                    <a:pt x="22" y="79"/>
                    <a:pt x="20" y="80"/>
                    <a:pt x="19" y="82"/>
                  </a:cubicBezTo>
                  <a:cubicBezTo>
                    <a:pt x="18" y="83"/>
                    <a:pt x="16" y="85"/>
                    <a:pt x="15" y="86"/>
                  </a:cubicBezTo>
                  <a:cubicBezTo>
                    <a:pt x="13" y="87"/>
                    <a:pt x="13" y="89"/>
                    <a:pt x="14" y="91"/>
                  </a:cubicBezTo>
                  <a:cubicBezTo>
                    <a:pt x="14" y="91"/>
                    <a:pt x="14" y="92"/>
                    <a:pt x="14" y="93"/>
                  </a:cubicBezTo>
                  <a:cubicBezTo>
                    <a:pt x="13" y="96"/>
                    <a:pt x="15" y="100"/>
                    <a:pt x="19" y="101"/>
                  </a:cubicBezTo>
                  <a:cubicBezTo>
                    <a:pt x="21" y="102"/>
                    <a:pt x="23" y="101"/>
                    <a:pt x="24" y="99"/>
                  </a:cubicBezTo>
                  <a:cubicBezTo>
                    <a:pt x="25" y="98"/>
                    <a:pt x="25" y="97"/>
                    <a:pt x="25" y="97"/>
                  </a:cubicBezTo>
                  <a:cubicBezTo>
                    <a:pt x="26" y="96"/>
                    <a:pt x="27" y="95"/>
                    <a:pt x="28" y="95"/>
                  </a:cubicBezTo>
                  <a:cubicBezTo>
                    <a:pt x="28" y="95"/>
                    <a:pt x="28" y="95"/>
                    <a:pt x="28" y="95"/>
                  </a:cubicBezTo>
                  <a:cubicBezTo>
                    <a:pt x="29" y="96"/>
                    <a:pt x="29" y="97"/>
                    <a:pt x="29" y="98"/>
                  </a:cubicBezTo>
                  <a:cubicBezTo>
                    <a:pt x="29" y="99"/>
                    <a:pt x="28" y="101"/>
                    <a:pt x="28" y="102"/>
                  </a:cubicBezTo>
                  <a:cubicBezTo>
                    <a:pt x="27" y="104"/>
                    <a:pt x="28" y="105"/>
                    <a:pt x="29" y="105"/>
                  </a:cubicBezTo>
                  <a:cubicBezTo>
                    <a:pt x="31" y="105"/>
                    <a:pt x="32" y="105"/>
                    <a:pt x="33" y="106"/>
                  </a:cubicBezTo>
                  <a:cubicBezTo>
                    <a:pt x="34" y="106"/>
                    <a:pt x="35" y="107"/>
                    <a:pt x="35" y="108"/>
                  </a:cubicBezTo>
                  <a:cubicBezTo>
                    <a:pt x="36" y="108"/>
                    <a:pt x="35" y="108"/>
                    <a:pt x="35" y="108"/>
                  </a:cubicBezTo>
                  <a:cubicBezTo>
                    <a:pt x="35" y="110"/>
                    <a:pt x="35" y="112"/>
                    <a:pt x="35" y="114"/>
                  </a:cubicBezTo>
                  <a:cubicBezTo>
                    <a:pt x="36" y="115"/>
                    <a:pt x="36" y="116"/>
                    <a:pt x="37" y="117"/>
                  </a:cubicBezTo>
                  <a:cubicBezTo>
                    <a:pt x="38" y="117"/>
                    <a:pt x="39" y="117"/>
                    <a:pt x="39" y="117"/>
                  </a:cubicBezTo>
                  <a:cubicBezTo>
                    <a:pt x="40" y="116"/>
                    <a:pt x="42" y="116"/>
                    <a:pt x="43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7" y="118"/>
                    <a:pt x="48" y="117"/>
                    <a:pt x="49" y="116"/>
                  </a:cubicBezTo>
                  <a:cubicBezTo>
                    <a:pt x="50" y="115"/>
                    <a:pt x="51" y="114"/>
                    <a:pt x="53" y="113"/>
                  </a:cubicBezTo>
                  <a:cubicBezTo>
                    <a:pt x="53" y="113"/>
                    <a:pt x="53" y="113"/>
                    <a:pt x="54" y="113"/>
                  </a:cubicBezTo>
                  <a:cubicBezTo>
                    <a:pt x="54" y="114"/>
                    <a:pt x="54" y="114"/>
                    <a:pt x="54" y="115"/>
                  </a:cubicBezTo>
                  <a:cubicBezTo>
                    <a:pt x="53" y="116"/>
                    <a:pt x="53" y="116"/>
                    <a:pt x="54" y="117"/>
                  </a:cubicBezTo>
                  <a:cubicBezTo>
                    <a:pt x="57" y="118"/>
                    <a:pt x="57" y="118"/>
                    <a:pt x="57" y="118"/>
                  </a:cubicBezTo>
                  <a:cubicBezTo>
                    <a:pt x="55" y="115"/>
                    <a:pt x="58" y="114"/>
                    <a:pt x="59" y="112"/>
                  </a:cubicBezTo>
                  <a:cubicBezTo>
                    <a:pt x="59" y="113"/>
                    <a:pt x="59" y="113"/>
                    <a:pt x="60" y="113"/>
                  </a:cubicBezTo>
                  <a:cubicBezTo>
                    <a:pt x="61" y="115"/>
                    <a:pt x="64" y="116"/>
                    <a:pt x="66" y="116"/>
                  </a:cubicBezTo>
                  <a:cubicBezTo>
                    <a:pt x="69" y="115"/>
                    <a:pt x="72" y="117"/>
                    <a:pt x="74" y="119"/>
                  </a:cubicBezTo>
                  <a:cubicBezTo>
                    <a:pt x="77" y="121"/>
                    <a:pt x="81" y="123"/>
                    <a:pt x="85" y="124"/>
                  </a:cubicBezTo>
                  <a:cubicBezTo>
                    <a:pt x="86" y="124"/>
                    <a:pt x="88" y="125"/>
                    <a:pt x="89" y="127"/>
                  </a:cubicBezTo>
                  <a:cubicBezTo>
                    <a:pt x="89" y="128"/>
                    <a:pt x="90" y="129"/>
                    <a:pt x="91" y="130"/>
                  </a:cubicBezTo>
                  <a:cubicBezTo>
                    <a:pt x="92" y="131"/>
                    <a:pt x="92" y="133"/>
                    <a:pt x="91" y="134"/>
                  </a:cubicBezTo>
                  <a:cubicBezTo>
                    <a:pt x="91" y="134"/>
                    <a:pt x="90" y="134"/>
                    <a:pt x="90" y="134"/>
                  </a:cubicBezTo>
                  <a:cubicBezTo>
                    <a:pt x="88" y="135"/>
                    <a:pt x="88" y="135"/>
                    <a:pt x="88" y="135"/>
                  </a:cubicBezTo>
                  <a:cubicBezTo>
                    <a:pt x="89" y="136"/>
                    <a:pt x="89" y="136"/>
                    <a:pt x="90" y="136"/>
                  </a:cubicBezTo>
                  <a:cubicBezTo>
                    <a:pt x="91" y="136"/>
                    <a:pt x="91" y="135"/>
                    <a:pt x="92" y="135"/>
                  </a:cubicBezTo>
                  <a:cubicBezTo>
                    <a:pt x="93" y="135"/>
                    <a:pt x="93" y="135"/>
                    <a:pt x="94" y="136"/>
                  </a:cubicBezTo>
                  <a:cubicBezTo>
                    <a:pt x="94" y="136"/>
                    <a:pt x="93" y="137"/>
                    <a:pt x="93" y="137"/>
                  </a:cubicBezTo>
                  <a:cubicBezTo>
                    <a:pt x="93" y="137"/>
                    <a:pt x="93" y="138"/>
                    <a:pt x="93" y="138"/>
                  </a:cubicBezTo>
                  <a:cubicBezTo>
                    <a:pt x="94" y="138"/>
                    <a:pt x="94" y="138"/>
                    <a:pt x="94" y="138"/>
                  </a:cubicBezTo>
                  <a:cubicBezTo>
                    <a:pt x="95" y="138"/>
                    <a:pt x="95" y="138"/>
                    <a:pt x="95" y="138"/>
                  </a:cubicBezTo>
                  <a:cubicBezTo>
                    <a:pt x="96" y="136"/>
                    <a:pt x="99" y="136"/>
                    <a:pt x="100" y="137"/>
                  </a:cubicBezTo>
                  <a:cubicBezTo>
                    <a:pt x="100" y="137"/>
                    <a:pt x="100" y="138"/>
                    <a:pt x="100" y="138"/>
                  </a:cubicBezTo>
                  <a:cubicBezTo>
                    <a:pt x="100" y="138"/>
                    <a:pt x="101" y="138"/>
                    <a:pt x="101" y="138"/>
                  </a:cubicBezTo>
                  <a:cubicBezTo>
                    <a:pt x="101" y="141"/>
                    <a:pt x="103" y="140"/>
                    <a:pt x="104" y="139"/>
                  </a:cubicBezTo>
                  <a:cubicBezTo>
                    <a:pt x="105" y="139"/>
                    <a:pt x="106" y="139"/>
                    <a:pt x="108" y="139"/>
                  </a:cubicBezTo>
                  <a:cubicBezTo>
                    <a:pt x="110" y="141"/>
                    <a:pt x="113" y="142"/>
                    <a:pt x="116" y="143"/>
                  </a:cubicBezTo>
                  <a:cubicBezTo>
                    <a:pt x="117" y="143"/>
                    <a:pt x="118" y="144"/>
                    <a:pt x="118" y="145"/>
                  </a:cubicBezTo>
                  <a:cubicBezTo>
                    <a:pt x="118" y="149"/>
                    <a:pt x="117" y="154"/>
                    <a:pt x="114" y="157"/>
                  </a:cubicBezTo>
                  <a:cubicBezTo>
                    <a:pt x="114" y="157"/>
                    <a:pt x="113" y="158"/>
                    <a:pt x="113" y="158"/>
                  </a:cubicBezTo>
                  <a:cubicBezTo>
                    <a:pt x="112" y="158"/>
                    <a:pt x="111" y="159"/>
                    <a:pt x="111" y="161"/>
                  </a:cubicBezTo>
                  <a:cubicBezTo>
                    <a:pt x="111" y="164"/>
                    <a:pt x="111" y="167"/>
                    <a:pt x="111" y="169"/>
                  </a:cubicBezTo>
                  <a:cubicBezTo>
                    <a:pt x="111" y="171"/>
                    <a:pt x="110" y="173"/>
                    <a:pt x="109" y="175"/>
                  </a:cubicBezTo>
                  <a:cubicBezTo>
                    <a:pt x="108" y="176"/>
                    <a:pt x="108" y="177"/>
                    <a:pt x="106" y="177"/>
                  </a:cubicBezTo>
                  <a:cubicBezTo>
                    <a:pt x="105" y="177"/>
                    <a:pt x="103" y="178"/>
                    <a:pt x="103" y="179"/>
                  </a:cubicBezTo>
                  <a:cubicBezTo>
                    <a:pt x="101" y="180"/>
                    <a:pt x="99" y="181"/>
                    <a:pt x="98" y="182"/>
                  </a:cubicBezTo>
                  <a:cubicBezTo>
                    <a:pt x="97" y="183"/>
                    <a:pt x="97" y="185"/>
                    <a:pt x="97" y="186"/>
                  </a:cubicBezTo>
                  <a:cubicBezTo>
                    <a:pt x="96" y="189"/>
                    <a:pt x="96" y="191"/>
                    <a:pt x="95" y="194"/>
                  </a:cubicBezTo>
                  <a:cubicBezTo>
                    <a:pt x="94" y="195"/>
                    <a:pt x="92" y="196"/>
                    <a:pt x="91" y="197"/>
                  </a:cubicBezTo>
                  <a:cubicBezTo>
                    <a:pt x="90" y="200"/>
                    <a:pt x="86" y="200"/>
                    <a:pt x="84" y="199"/>
                  </a:cubicBezTo>
                  <a:cubicBezTo>
                    <a:pt x="83" y="201"/>
                    <a:pt x="85" y="202"/>
                    <a:pt x="85" y="203"/>
                  </a:cubicBezTo>
                  <a:cubicBezTo>
                    <a:pt x="86" y="205"/>
                    <a:pt x="86" y="205"/>
                    <a:pt x="85" y="206"/>
                  </a:cubicBezTo>
                  <a:cubicBezTo>
                    <a:pt x="83" y="207"/>
                    <a:pt x="81" y="209"/>
                    <a:pt x="80" y="210"/>
                  </a:cubicBezTo>
                  <a:cubicBezTo>
                    <a:pt x="79" y="211"/>
                    <a:pt x="78" y="212"/>
                    <a:pt x="79" y="214"/>
                  </a:cubicBezTo>
                  <a:cubicBezTo>
                    <a:pt x="79" y="215"/>
                    <a:pt x="79" y="217"/>
                    <a:pt x="78" y="218"/>
                  </a:cubicBezTo>
                  <a:cubicBezTo>
                    <a:pt x="78" y="219"/>
                    <a:pt x="78" y="219"/>
                    <a:pt x="78" y="220"/>
                  </a:cubicBezTo>
                  <a:cubicBezTo>
                    <a:pt x="78" y="221"/>
                    <a:pt x="79" y="223"/>
                    <a:pt x="79" y="224"/>
                  </a:cubicBezTo>
                  <a:cubicBezTo>
                    <a:pt x="79" y="226"/>
                    <a:pt x="79" y="228"/>
                    <a:pt x="79" y="231"/>
                  </a:cubicBezTo>
                  <a:cubicBezTo>
                    <a:pt x="79" y="231"/>
                    <a:pt x="80" y="232"/>
                    <a:pt x="81" y="232"/>
                  </a:cubicBezTo>
                  <a:cubicBezTo>
                    <a:pt x="81" y="232"/>
                    <a:pt x="82" y="233"/>
                    <a:pt x="82" y="233"/>
                  </a:cubicBezTo>
                  <a:cubicBezTo>
                    <a:pt x="82" y="234"/>
                    <a:pt x="83" y="236"/>
                    <a:pt x="83" y="237"/>
                  </a:cubicBezTo>
                  <a:cubicBezTo>
                    <a:pt x="82" y="238"/>
                    <a:pt x="80" y="238"/>
                    <a:pt x="79" y="236"/>
                  </a:cubicBezTo>
                  <a:cubicBezTo>
                    <a:pt x="79" y="236"/>
                    <a:pt x="79" y="236"/>
                    <a:pt x="79" y="236"/>
                  </a:cubicBezTo>
                  <a:cubicBezTo>
                    <a:pt x="78" y="235"/>
                    <a:pt x="77" y="234"/>
                    <a:pt x="75" y="233"/>
                  </a:cubicBezTo>
                  <a:cubicBezTo>
                    <a:pt x="72" y="232"/>
                    <a:pt x="70" y="230"/>
                    <a:pt x="69" y="227"/>
                  </a:cubicBezTo>
                  <a:cubicBezTo>
                    <a:pt x="67" y="225"/>
                    <a:pt x="66" y="222"/>
                    <a:pt x="67" y="218"/>
                  </a:cubicBezTo>
                  <a:cubicBezTo>
                    <a:pt x="67" y="216"/>
                    <a:pt x="66" y="214"/>
                    <a:pt x="64" y="213"/>
                  </a:cubicBezTo>
                  <a:cubicBezTo>
                    <a:pt x="63" y="213"/>
                    <a:pt x="63" y="212"/>
                    <a:pt x="63" y="212"/>
                  </a:cubicBezTo>
                  <a:cubicBezTo>
                    <a:pt x="63" y="210"/>
                    <a:pt x="63" y="207"/>
                    <a:pt x="62" y="205"/>
                  </a:cubicBezTo>
                  <a:cubicBezTo>
                    <a:pt x="62" y="200"/>
                    <a:pt x="61" y="196"/>
                    <a:pt x="61" y="191"/>
                  </a:cubicBezTo>
                  <a:cubicBezTo>
                    <a:pt x="61" y="188"/>
                    <a:pt x="61" y="184"/>
                    <a:pt x="61" y="181"/>
                  </a:cubicBezTo>
                  <a:cubicBezTo>
                    <a:pt x="61" y="179"/>
                    <a:pt x="61" y="178"/>
                    <a:pt x="61" y="176"/>
                  </a:cubicBezTo>
                  <a:cubicBezTo>
                    <a:pt x="61" y="172"/>
                    <a:pt x="58" y="168"/>
                    <a:pt x="54" y="167"/>
                  </a:cubicBezTo>
                  <a:cubicBezTo>
                    <a:pt x="52" y="167"/>
                    <a:pt x="50" y="165"/>
                    <a:pt x="50" y="163"/>
                  </a:cubicBezTo>
                  <a:cubicBezTo>
                    <a:pt x="50" y="161"/>
                    <a:pt x="49" y="159"/>
                    <a:pt x="48" y="158"/>
                  </a:cubicBezTo>
                  <a:cubicBezTo>
                    <a:pt x="45" y="157"/>
                    <a:pt x="44" y="155"/>
                    <a:pt x="43" y="152"/>
                  </a:cubicBezTo>
                  <a:cubicBezTo>
                    <a:pt x="42" y="151"/>
                    <a:pt x="42" y="151"/>
                    <a:pt x="41" y="150"/>
                  </a:cubicBezTo>
                  <a:cubicBezTo>
                    <a:pt x="40" y="149"/>
                    <a:pt x="39" y="147"/>
                    <a:pt x="40" y="145"/>
                  </a:cubicBezTo>
                  <a:cubicBezTo>
                    <a:pt x="40" y="144"/>
                    <a:pt x="40" y="143"/>
                    <a:pt x="40" y="142"/>
                  </a:cubicBezTo>
                  <a:cubicBezTo>
                    <a:pt x="39" y="141"/>
                    <a:pt x="39" y="140"/>
                    <a:pt x="39" y="140"/>
                  </a:cubicBezTo>
                  <a:cubicBezTo>
                    <a:pt x="40" y="137"/>
                    <a:pt x="41" y="135"/>
                    <a:pt x="42" y="133"/>
                  </a:cubicBezTo>
                  <a:cubicBezTo>
                    <a:pt x="43" y="131"/>
                    <a:pt x="44" y="129"/>
                    <a:pt x="45" y="127"/>
                  </a:cubicBezTo>
                  <a:cubicBezTo>
                    <a:pt x="46" y="124"/>
                    <a:pt x="45" y="121"/>
                    <a:pt x="43" y="120"/>
                  </a:cubicBezTo>
                  <a:cubicBezTo>
                    <a:pt x="42" y="120"/>
                    <a:pt x="42" y="120"/>
                    <a:pt x="41" y="120"/>
                  </a:cubicBezTo>
                  <a:cubicBezTo>
                    <a:pt x="39" y="121"/>
                    <a:pt x="37" y="121"/>
                    <a:pt x="36" y="120"/>
                  </a:cubicBezTo>
                  <a:cubicBezTo>
                    <a:pt x="33" y="118"/>
                    <a:pt x="31" y="115"/>
                    <a:pt x="29" y="112"/>
                  </a:cubicBezTo>
                  <a:cubicBezTo>
                    <a:pt x="29" y="112"/>
                    <a:pt x="29" y="111"/>
                    <a:pt x="28" y="111"/>
                  </a:cubicBezTo>
                  <a:cubicBezTo>
                    <a:pt x="27" y="111"/>
                    <a:pt x="27" y="111"/>
                    <a:pt x="26" y="111"/>
                  </a:cubicBezTo>
                  <a:cubicBezTo>
                    <a:pt x="24" y="111"/>
                    <a:pt x="22" y="110"/>
                    <a:pt x="21" y="108"/>
                  </a:cubicBezTo>
                  <a:cubicBezTo>
                    <a:pt x="19" y="106"/>
                    <a:pt x="17" y="106"/>
                    <a:pt x="14" y="106"/>
                  </a:cubicBezTo>
                  <a:cubicBezTo>
                    <a:pt x="14" y="106"/>
                    <a:pt x="14" y="106"/>
                    <a:pt x="13" y="106"/>
                  </a:cubicBezTo>
                  <a:cubicBezTo>
                    <a:pt x="9" y="105"/>
                    <a:pt x="5" y="102"/>
                    <a:pt x="1" y="99"/>
                  </a:cubicBezTo>
                  <a:cubicBezTo>
                    <a:pt x="0" y="97"/>
                    <a:pt x="0" y="96"/>
                    <a:pt x="0" y="94"/>
                  </a:cubicBezTo>
                  <a:cubicBezTo>
                    <a:pt x="1" y="85"/>
                    <a:pt x="3" y="75"/>
                    <a:pt x="6" y="67"/>
                  </a:cubicBezTo>
                  <a:cubicBezTo>
                    <a:pt x="11" y="53"/>
                    <a:pt x="17" y="40"/>
                    <a:pt x="26" y="28"/>
                  </a:cubicBezTo>
                  <a:cubicBezTo>
                    <a:pt x="29" y="23"/>
                    <a:pt x="32" y="19"/>
                    <a:pt x="36" y="15"/>
                  </a:cubicBezTo>
                  <a:cubicBezTo>
                    <a:pt x="36" y="14"/>
                    <a:pt x="37" y="14"/>
                    <a:pt x="37" y="14"/>
                  </a:cubicBezTo>
                  <a:cubicBezTo>
                    <a:pt x="39" y="15"/>
                    <a:pt x="40" y="15"/>
                    <a:pt x="41" y="15"/>
                  </a:cubicBezTo>
                  <a:cubicBezTo>
                    <a:pt x="44" y="15"/>
                    <a:pt x="46" y="15"/>
                    <a:pt x="49" y="14"/>
                  </a:cubicBezTo>
                  <a:cubicBezTo>
                    <a:pt x="52" y="13"/>
                    <a:pt x="55" y="12"/>
                    <a:pt x="58" y="11"/>
                  </a:cubicBezTo>
                  <a:cubicBezTo>
                    <a:pt x="61" y="10"/>
                    <a:pt x="62" y="8"/>
                    <a:pt x="63" y="5"/>
                  </a:cubicBezTo>
                  <a:cubicBezTo>
                    <a:pt x="63" y="4"/>
                    <a:pt x="63" y="4"/>
                    <a:pt x="63" y="3"/>
                  </a:cubicBezTo>
                  <a:cubicBezTo>
                    <a:pt x="64" y="0"/>
                    <a:pt x="64" y="0"/>
                    <a:pt x="67" y="1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1" y="3"/>
                    <a:pt x="69" y="3"/>
                    <a:pt x="68" y="4"/>
                  </a:cubicBezTo>
                  <a:cubicBezTo>
                    <a:pt x="67" y="4"/>
                    <a:pt x="67" y="5"/>
                    <a:pt x="67" y="6"/>
                  </a:cubicBezTo>
                  <a:cubicBezTo>
                    <a:pt x="68" y="6"/>
                    <a:pt x="69" y="8"/>
                    <a:pt x="70" y="10"/>
                  </a:cubicBezTo>
                  <a:cubicBezTo>
                    <a:pt x="71" y="10"/>
                    <a:pt x="71" y="10"/>
                    <a:pt x="72" y="10"/>
                  </a:cubicBezTo>
                  <a:cubicBezTo>
                    <a:pt x="74" y="9"/>
                    <a:pt x="77" y="9"/>
                    <a:pt x="79" y="9"/>
                  </a:cubicBezTo>
                  <a:cubicBezTo>
                    <a:pt x="78" y="10"/>
                    <a:pt x="78" y="11"/>
                    <a:pt x="77" y="12"/>
                  </a:cubicBezTo>
                  <a:cubicBezTo>
                    <a:pt x="76" y="13"/>
                    <a:pt x="75" y="13"/>
                    <a:pt x="74" y="13"/>
                  </a:cubicBezTo>
                  <a:cubicBezTo>
                    <a:pt x="71" y="14"/>
                    <a:pt x="68" y="14"/>
                    <a:pt x="65" y="15"/>
                  </a:cubicBezTo>
                  <a:cubicBezTo>
                    <a:pt x="65" y="17"/>
                    <a:pt x="63" y="18"/>
                    <a:pt x="61" y="18"/>
                  </a:cubicBezTo>
                  <a:cubicBezTo>
                    <a:pt x="58" y="19"/>
                    <a:pt x="54" y="20"/>
                    <a:pt x="52" y="23"/>
                  </a:cubicBezTo>
                  <a:cubicBezTo>
                    <a:pt x="50" y="24"/>
                    <a:pt x="49" y="26"/>
                    <a:pt x="50" y="28"/>
                  </a:cubicBezTo>
                  <a:cubicBezTo>
                    <a:pt x="50" y="29"/>
                    <a:pt x="50" y="30"/>
                    <a:pt x="52" y="30"/>
                  </a:cubicBezTo>
                  <a:cubicBezTo>
                    <a:pt x="52" y="30"/>
                    <a:pt x="52" y="30"/>
                    <a:pt x="53" y="30"/>
                  </a:cubicBezTo>
                  <a:cubicBezTo>
                    <a:pt x="54" y="31"/>
                    <a:pt x="55" y="31"/>
                    <a:pt x="57" y="32"/>
                  </a:cubicBezTo>
                  <a:cubicBezTo>
                    <a:pt x="58" y="33"/>
                    <a:pt x="59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0" name="iṣḷîḓè">
              <a:extLst>
                <a:ext uri="{FF2B5EF4-FFF2-40B4-BE49-F238E27FC236}">
                  <a16:creationId xmlns:a16="http://schemas.microsoft.com/office/drawing/2014/main" id="{D91760B8-0BEF-4515-84EA-CA66463A97BC}"/>
                </a:ext>
              </a:extLst>
            </p:cNvPr>
            <p:cNvSpPr/>
            <p:nvPr/>
          </p:nvSpPr>
          <p:spPr bwMode="auto">
            <a:xfrm>
              <a:off x="5681040" y="2655895"/>
              <a:ext cx="277994" cy="146099"/>
            </a:xfrm>
            <a:custGeom>
              <a:avLst/>
              <a:gdLst>
                <a:gd name="T0" fmla="*/ 0 w 66"/>
                <a:gd name="T1" fmla="*/ 7 h 35"/>
                <a:gd name="T2" fmla="*/ 10 w 66"/>
                <a:gd name="T3" fmla="*/ 6 h 35"/>
                <a:gd name="T4" fmla="*/ 14 w 66"/>
                <a:gd name="T5" fmla="*/ 4 h 35"/>
                <a:gd name="T6" fmla="*/ 25 w 66"/>
                <a:gd name="T7" fmla="*/ 2 h 35"/>
                <a:gd name="T8" fmla="*/ 36 w 66"/>
                <a:gd name="T9" fmla="*/ 3 h 35"/>
                <a:gd name="T10" fmla="*/ 39 w 66"/>
                <a:gd name="T11" fmla="*/ 2 h 35"/>
                <a:gd name="T12" fmla="*/ 41 w 66"/>
                <a:gd name="T13" fmla="*/ 1 h 35"/>
                <a:gd name="T14" fmla="*/ 50 w 66"/>
                <a:gd name="T15" fmla="*/ 0 h 35"/>
                <a:gd name="T16" fmla="*/ 54 w 66"/>
                <a:gd name="T17" fmla="*/ 0 h 35"/>
                <a:gd name="T18" fmla="*/ 65 w 66"/>
                <a:gd name="T19" fmla="*/ 2 h 35"/>
                <a:gd name="T20" fmla="*/ 66 w 66"/>
                <a:gd name="T21" fmla="*/ 3 h 35"/>
                <a:gd name="T22" fmla="*/ 62 w 66"/>
                <a:gd name="T23" fmla="*/ 3 h 35"/>
                <a:gd name="T24" fmla="*/ 59 w 66"/>
                <a:gd name="T25" fmla="*/ 4 h 35"/>
                <a:gd name="T26" fmla="*/ 57 w 66"/>
                <a:gd name="T27" fmla="*/ 7 h 35"/>
                <a:gd name="T28" fmla="*/ 53 w 66"/>
                <a:gd name="T29" fmla="*/ 11 h 35"/>
                <a:gd name="T30" fmla="*/ 48 w 66"/>
                <a:gd name="T31" fmla="*/ 13 h 35"/>
                <a:gd name="T32" fmla="*/ 48 w 66"/>
                <a:gd name="T33" fmla="*/ 15 h 35"/>
                <a:gd name="T34" fmla="*/ 52 w 66"/>
                <a:gd name="T35" fmla="*/ 17 h 35"/>
                <a:gd name="T36" fmla="*/ 45 w 66"/>
                <a:gd name="T37" fmla="*/ 16 h 35"/>
                <a:gd name="T38" fmla="*/ 47 w 66"/>
                <a:gd name="T39" fmla="*/ 19 h 35"/>
                <a:gd name="T40" fmla="*/ 38 w 66"/>
                <a:gd name="T41" fmla="*/ 21 h 35"/>
                <a:gd name="T42" fmla="*/ 31 w 66"/>
                <a:gd name="T43" fmla="*/ 25 h 35"/>
                <a:gd name="T44" fmla="*/ 23 w 66"/>
                <a:gd name="T45" fmla="*/ 27 h 35"/>
                <a:gd name="T46" fmla="*/ 21 w 66"/>
                <a:gd name="T47" fmla="*/ 30 h 35"/>
                <a:gd name="T48" fmla="*/ 19 w 66"/>
                <a:gd name="T49" fmla="*/ 32 h 35"/>
                <a:gd name="T50" fmla="*/ 17 w 66"/>
                <a:gd name="T51" fmla="*/ 34 h 35"/>
                <a:gd name="T52" fmla="*/ 10 w 66"/>
                <a:gd name="T53" fmla="*/ 33 h 35"/>
                <a:gd name="T54" fmla="*/ 9 w 66"/>
                <a:gd name="T55" fmla="*/ 30 h 35"/>
                <a:gd name="T56" fmla="*/ 9 w 66"/>
                <a:gd name="T57" fmla="*/ 27 h 35"/>
                <a:gd name="T58" fmla="*/ 11 w 66"/>
                <a:gd name="T59" fmla="*/ 24 h 35"/>
                <a:gd name="T60" fmla="*/ 12 w 66"/>
                <a:gd name="T61" fmla="*/ 22 h 35"/>
                <a:gd name="T62" fmla="*/ 13 w 66"/>
                <a:gd name="T63" fmla="*/ 13 h 35"/>
                <a:gd name="T64" fmla="*/ 10 w 66"/>
                <a:gd name="T65" fmla="*/ 11 h 35"/>
                <a:gd name="T66" fmla="*/ 2 w 66"/>
                <a:gd name="T67" fmla="*/ 8 h 35"/>
                <a:gd name="T68" fmla="*/ 0 w 66"/>
                <a:gd name="T69" fmla="*/ 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6" h="35">
                  <a:moveTo>
                    <a:pt x="0" y="7"/>
                  </a:moveTo>
                  <a:cubicBezTo>
                    <a:pt x="3" y="7"/>
                    <a:pt x="7" y="6"/>
                    <a:pt x="10" y="6"/>
                  </a:cubicBezTo>
                  <a:cubicBezTo>
                    <a:pt x="11" y="5"/>
                    <a:pt x="13" y="5"/>
                    <a:pt x="14" y="4"/>
                  </a:cubicBezTo>
                  <a:cubicBezTo>
                    <a:pt x="17" y="3"/>
                    <a:pt x="21" y="2"/>
                    <a:pt x="25" y="2"/>
                  </a:cubicBezTo>
                  <a:cubicBezTo>
                    <a:pt x="28" y="3"/>
                    <a:pt x="32" y="3"/>
                    <a:pt x="36" y="3"/>
                  </a:cubicBezTo>
                  <a:cubicBezTo>
                    <a:pt x="37" y="4"/>
                    <a:pt x="38" y="3"/>
                    <a:pt x="39" y="2"/>
                  </a:cubicBezTo>
                  <a:cubicBezTo>
                    <a:pt x="40" y="2"/>
                    <a:pt x="41" y="2"/>
                    <a:pt x="41" y="1"/>
                  </a:cubicBezTo>
                  <a:cubicBezTo>
                    <a:pt x="44" y="1"/>
                    <a:pt x="47" y="0"/>
                    <a:pt x="50" y="0"/>
                  </a:cubicBezTo>
                  <a:cubicBezTo>
                    <a:pt x="51" y="0"/>
                    <a:pt x="53" y="0"/>
                    <a:pt x="54" y="0"/>
                  </a:cubicBezTo>
                  <a:cubicBezTo>
                    <a:pt x="58" y="1"/>
                    <a:pt x="61" y="1"/>
                    <a:pt x="65" y="2"/>
                  </a:cubicBezTo>
                  <a:cubicBezTo>
                    <a:pt x="65" y="2"/>
                    <a:pt x="66" y="2"/>
                    <a:pt x="66" y="3"/>
                  </a:cubicBezTo>
                  <a:cubicBezTo>
                    <a:pt x="65" y="3"/>
                    <a:pt x="63" y="3"/>
                    <a:pt x="62" y="3"/>
                  </a:cubicBezTo>
                  <a:cubicBezTo>
                    <a:pt x="61" y="3"/>
                    <a:pt x="60" y="3"/>
                    <a:pt x="59" y="4"/>
                  </a:cubicBezTo>
                  <a:cubicBezTo>
                    <a:pt x="58" y="4"/>
                    <a:pt x="57" y="5"/>
                    <a:pt x="57" y="7"/>
                  </a:cubicBezTo>
                  <a:cubicBezTo>
                    <a:pt x="57" y="9"/>
                    <a:pt x="55" y="10"/>
                    <a:pt x="53" y="11"/>
                  </a:cubicBezTo>
                  <a:cubicBezTo>
                    <a:pt x="52" y="12"/>
                    <a:pt x="50" y="12"/>
                    <a:pt x="48" y="13"/>
                  </a:cubicBezTo>
                  <a:cubicBezTo>
                    <a:pt x="47" y="14"/>
                    <a:pt x="47" y="14"/>
                    <a:pt x="48" y="15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0" y="18"/>
                    <a:pt x="50" y="18"/>
                    <a:pt x="45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4" y="20"/>
                    <a:pt x="41" y="21"/>
                    <a:pt x="38" y="21"/>
                  </a:cubicBezTo>
                  <a:cubicBezTo>
                    <a:pt x="35" y="22"/>
                    <a:pt x="33" y="23"/>
                    <a:pt x="31" y="25"/>
                  </a:cubicBezTo>
                  <a:cubicBezTo>
                    <a:pt x="28" y="26"/>
                    <a:pt x="26" y="27"/>
                    <a:pt x="23" y="27"/>
                  </a:cubicBezTo>
                  <a:cubicBezTo>
                    <a:pt x="22" y="28"/>
                    <a:pt x="20" y="28"/>
                    <a:pt x="21" y="30"/>
                  </a:cubicBezTo>
                  <a:cubicBezTo>
                    <a:pt x="20" y="31"/>
                    <a:pt x="20" y="31"/>
                    <a:pt x="19" y="32"/>
                  </a:cubicBezTo>
                  <a:cubicBezTo>
                    <a:pt x="19" y="33"/>
                    <a:pt x="18" y="33"/>
                    <a:pt x="17" y="34"/>
                  </a:cubicBezTo>
                  <a:cubicBezTo>
                    <a:pt x="15" y="35"/>
                    <a:pt x="12" y="35"/>
                    <a:pt x="10" y="33"/>
                  </a:cubicBezTo>
                  <a:cubicBezTo>
                    <a:pt x="9" y="32"/>
                    <a:pt x="9" y="31"/>
                    <a:pt x="9" y="30"/>
                  </a:cubicBezTo>
                  <a:cubicBezTo>
                    <a:pt x="9" y="29"/>
                    <a:pt x="9" y="28"/>
                    <a:pt x="9" y="27"/>
                  </a:cubicBezTo>
                  <a:cubicBezTo>
                    <a:pt x="9" y="26"/>
                    <a:pt x="10" y="25"/>
                    <a:pt x="11" y="24"/>
                  </a:cubicBezTo>
                  <a:cubicBezTo>
                    <a:pt x="11" y="23"/>
                    <a:pt x="11" y="23"/>
                    <a:pt x="12" y="22"/>
                  </a:cubicBezTo>
                  <a:cubicBezTo>
                    <a:pt x="14" y="20"/>
                    <a:pt x="15" y="16"/>
                    <a:pt x="13" y="13"/>
                  </a:cubicBezTo>
                  <a:cubicBezTo>
                    <a:pt x="12" y="12"/>
                    <a:pt x="11" y="11"/>
                    <a:pt x="10" y="11"/>
                  </a:cubicBezTo>
                  <a:cubicBezTo>
                    <a:pt x="7" y="9"/>
                    <a:pt x="5" y="9"/>
                    <a:pt x="2" y="8"/>
                  </a:cubicBezTo>
                  <a:cubicBezTo>
                    <a:pt x="2" y="8"/>
                    <a:pt x="1" y="8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íSḻîḍè">
              <a:extLst>
                <a:ext uri="{FF2B5EF4-FFF2-40B4-BE49-F238E27FC236}">
                  <a16:creationId xmlns:a16="http://schemas.microsoft.com/office/drawing/2014/main" id="{A7C38DA4-66A1-4E54-957E-CBFB514B6DA9}"/>
                </a:ext>
              </a:extLst>
            </p:cNvPr>
            <p:cNvSpPr/>
            <p:nvPr/>
          </p:nvSpPr>
          <p:spPr bwMode="auto">
            <a:xfrm>
              <a:off x="5541028" y="2692419"/>
              <a:ext cx="121749" cy="97399"/>
            </a:xfrm>
            <a:custGeom>
              <a:avLst/>
              <a:gdLst>
                <a:gd name="T0" fmla="*/ 7 w 29"/>
                <a:gd name="T1" fmla="*/ 2 h 23"/>
                <a:gd name="T2" fmla="*/ 11 w 29"/>
                <a:gd name="T3" fmla="*/ 1 h 23"/>
                <a:gd name="T4" fmla="*/ 17 w 29"/>
                <a:gd name="T5" fmla="*/ 1 h 23"/>
                <a:gd name="T6" fmla="*/ 18 w 29"/>
                <a:gd name="T7" fmla="*/ 2 h 23"/>
                <a:gd name="T8" fmla="*/ 17 w 29"/>
                <a:gd name="T9" fmla="*/ 3 h 23"/>
                <a:gd name="T10" fmla="*/ 14 w 29"/>
                <a:gd name="T11" fmla="*/ 4 h 23"/>
                <a:gd name="T12" fmla="*/ 13 w 29"/>
                <a:gd name="T13" fmla="*/ 5 h 23"/>
                <a:gd name="T14" fmla="*/ 14 w 29"/>
                <a:gd name="T15" fmla="*/ 6 h 23"/>
                <a:gd name="T16" fmla="*/ 26 w 29"/>
                <a:gd name="T17" fmla="*/ 9 h 23"/>
                <a:gd name="T18" fmla="*/ 26 w 29"/>
                <a:gd name="T19" fmla="*/ 10 h 23"/>
                <a:gd name="T20" fmla="*/ 26 w 29"/>
                <a:gd name="T21" fmla="*/ 12 h 23"/>
                <a:gd name="T22" fmla="*/ 29 w 29"/>
                <a:gd name="T23" fmla="*/ 16 h 23"/>
                <a:gd name="T24" fmla="*/ 27 w 29"/>
                <a:gd name="T25" fmla="*/ 18 h 23"/>
                <a:gd name="T26" fmla="*/ 22 w 29"/>
                <a:gd name="T27" fmla="*/ 19 h 23"/>
                <a:gd name="T28" fmla="*/ 20 w 29"/>
                <a:gd name="T29" fmla="*/ 21 h 23"/>
                <a:gd name="T30" fmla="*/ 20 w 29"/>
                <a:gd name="T31" fmla="*/ 22 h 23"/>
                <a:gd name="T32" fmla="*/ 14 w 29"/>
                <a:gd name="T33" fmla="*/ 22 h 23"/>
                <a:gd name="T34" fmla="*/ 15 w 29"/>
                <a:gd name="T35" fmla="*/ 18 h 23"/>
                <a:gd name="T36" fmla="*/ 16 w 29"/>
                <a:gd name="T37" fmla="*/ 17 h 23"/>
                <a:gd name="T38" fmla="*/ 19 w 29"/>
                <a:gd name="T39" fmla="*/ 17 h 23"/>
                <a:gd name="T40" fmla="*/ 21 w 29"/>
                <a:gd name="T41" fmla="*/ 16 h 23"/>
                <a:gd name="T42" fmla="*/ 20 w 29"/>
                <a:gd name="T43" fmla="*/ 15 h 23"/>
                <a:gd name="T44" fmla="*/ 9 w 29"/>
                <a:gd name="T45" fmla="*/ 10 h 23"/>
                <a:gd name="T46" fmla="*/ 3 w 29"/>
                <a:gd name="T47" fmla="*/ 10 h 23"/>
                <a:gd name="T48" fmla="*/ 0 w 29"/>
                <a:gd name="T49" fmla="*/ 8 h 23"/>
                <a:gd name="T50" fmla="*/ 2 w 29"/>
                <a:gd name="T51" fmla="*/ 6 h 23"/>
                <a:gd name="T52" fmla="*/ 3 w 29"/>
                <a:gd name="T53" fmla="*/ 6 h 23"/>
                <a:gd name="T54" fmla="*/ 7 w 29"/>
                <a:gd name="T55" fmla="*/ 6 h 23"/>
                <a:gd name="T56" fmla="*/ 9 w 29"/>
                <a:gd name="T57" fmla="*/ 5 h 23"/>
                <a:gd name="T58" fmla="*/ 7 w 29"/>
                <a:gd name="T59" fmla="*/ 3 h 23"/>
                <a:gd name="T60" fmla="*/ 7 w 29"/>
                <a:gd name="T61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9" h="23">
                  <a:moveTo>
                    <a:pt x="7" y="2"/>
                  </a:moveTo>
                  <a:cubicBezTo>
                    <a:pt x="8" y="0"/>
                    <a:pt x="9" y="0"/>
                    <a:pt x="11" y="1"/>
                  </a:cubicBezTo>
                  <a:cubicBezTo>
                    <a:pt x="13" y="2"/>
                    <a:pt x="15" y="2"/>
                    <a:pt x="17" y="1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6" y="3"/>
                    <a:pt x="15" y="3"/>
                    <a:pt x="14" y="4"/>
                  </a:cubicBezTo>
                  <a:cubicBezTo>
                    <a:pt x="13" y="4"/>
                    <a:pt x="13" y="4"/>
                    <a:pt x="13" y="5"/>
                  </a:cubicBezTo>
                  <a:cubicBezTo>
                    <a:pt x="13" y="5"/>
                    <a:pt x="13" y="6"/>
                    <a:pt x="14" y="6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10"/>
                    <a:pt x="26" y="10"/>
                  </a:cubicBezTo>
                  <a:cubicBezTo>
                    <a:pt x="26" y="11"/>
                    <a:pt x="26" y="11"/>
                    <a:pt x="26" y="12"/>
                  </a:cubicBezTo>
                  <a:cubicBezTo>
                    <a:pt x="25" y="15"/>
                    <a:pt x="26" y="16"/>
                    <a:pt x="29" y="16"/>
                  </a:cubicBezTo>
                  <a:cubicBezTo>
                    <a:pt x="29" y="17"/>
                    <a:pt x="28" y="18"/>
                    <a:pt x="27" y="18"/>
                  </a:cubicBezTo>
                  <a:cubicBezTo>
                    <a:pt x="26" y="18"/>
                    <a:pt x="23" y="19"/>
                    <a:pt x="22" y="19"/>
                  </a:cubicBezTo>
                  <a:cubicBezTo>
                    <a:pt x="21" y="20"/>
                    <a:pt x="20" y="20"/>
                    <a:pt x="20" y="21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8" y="23"/>
                    <a:pt x="16" y="23"/>
                    <a:pt x="14" y="22"/>
                  </a:cubicBezTo>
                  <a:cubicBezTo>
                    <a:pt x="13" y="21"/>
                    <a:pt x="13" y="19"/>
                    <a:pt x="15" y="18"/>
                  </a:cubicBezTo>
                  <a:cubicBezTo>
                    <a:pt x="15" y="18"/>
                    <a:pt x="15" y="18"/>
                    <a:pt x="16" y="17"/>
                  </a:cubicBezTo>
                  <a:cubicBezTo>
                    <a:pt x="17" y="17"/>
                    <a:pt x="18" y="17"/>
                    <a:pt x="19" y="17"/>
                  </a:cubicBezTo>
                  <a:cubicBezTo>
                    <a:pt x="20" y="17"/>
                    <a:pt x="20" y="16"/>
                    <a:pt x="21" y="16"/>
                  </a:cubicBezTo>
                  <a:cubicBezTo>
                    <a:pt x="21" y="16"/>
                    <a:pt x="20" y="15"/>
                    <a:pt x="20" y="15"/>
                  </a:cubicBezTo>
                  <a:cubicBezTo>
                    <a:pt x="17" y="12"/>
                    <a:pt x="13" y="10"/>
                    <a:pt x="9" y="10"/>
                  </a:cubicBezTo>
                  <a:cubicBezTo>
                    <a:pt x="7" y="10"/>
                    <a:pt x="5" y="10"/>
                    <a:pt x="3" y="10"/>
                  </a:cubicBezTo>
                  <a:cubicBezTo>
                    <a:pt x="2" y="10"/>
                    <a:pt x="1" y="10"/>
                    <a:pt x="0" y="8"/>
                  </a:cubicBezTo>
                  <a:cubicBezTo>
                    <a:pt x="0" y="7"/>
                    <a:pt x="1" y="6"/>
                    <a:pt x="2" y="6"/>
                  </a:cubicBezTo>
                  <a:cubicBezTo>
                    <a:pt x="2" y="6"/>
                    <a:pt x="2" y="6"/>
                    <a:pt x="3" y="6"/>
                  </a:cubicBezTo>
                  <a:cubicBezTo>
                    <a:pt x="4" y="6"/>
                    <a:pt x="5" y="6"/>
                    <a:pt x="7" y="6"/>
                  </a:cubicBezTo>
                  <a:cubicBezTo>
                    <a:pt x="7" y="6"/>
                    <a:pt x="8" y="5"/>
                    <a:pt x="9" y="5"/>
                  </a:cubicBezTo>
                  <a:cubicBezTo>
                    <a:pt x="9" y="4"/>
                    <a:pt x="8" y="3"/>
                    <a:pt x="7" y="3"/>
                  </a:cubicBezTo>
                  <a:cubicBezTo>
                    <a:pt x="7" y="2"/>
                    <a:pt x="7" y="2"/>
                    <a:pt x="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ïṣḻîďe">
              <a:extLst>
                <a:ext uri="{FF2B5EF4-FFF2-40B4-BE49-F238E27FC236}">
                  <a16:creationId xmlns:a16="http://schemas.microsoft.com/office/drawing/2014/main" id="{8B661691-984B-4FBA-9D4A-A82D802BCA31}"/>
                </a:ext>
              </a:extLst>
            </p:cNvPr>
            <p:cNvSpPr/>
            <p:nvPr/>
          </p:nvSpPr>
          <p:spPr bwMode="auto">
            <a:xfrm>
              <a:off x="6299930" y="3368127"/>
              <a:ext cx="58846" cy="101457"/>
            </a:xfrm>
            <a:custGeom>
              <a:avLst/>
              <a:gdLst>
                <a:gd name="T0" fmla="*/ 12 w 14"/>
                <a:gd name="T1" fmla="*/ 0 h 24"/>
                <a:gd name="T2" fmla="*/ 13 w 14"/>
                <a:gd name="T3" fmla="*/ 10 h 24"/>
                <a:gd name="T4" fmla="*/ 10 w 14"/>
                <a:gd name="T5" fmla="*/ 19 h 24"/>
                <a:gd name="T6" fmla="*/ 8 w 14"/>
                <a:gd name="T7" fmla="*/ 22 h 24"/>
                <a:gd name="T8" fmla="*/ 4 w 14"/>
                <a:gd name="T9" fmla="*/ 24 h 24"/>
                <a:gd name="T10" fmla="*/ 1 w 14"/>
                <a:gd name="T11" fmla="*/ 18 h 24"/>
                <a:gd name="T12" fmla="*/ 1 w 14"/>
                <a:gd name="T13" fmla="*/ 18 h 24"/>
                <a:gd name="T14" fmla="*/ 3 w 14"/>
                <a:gd name="T15" fmla="*/ 15 h 24"/>
                <a:gd name="T16" fmla="*/ 3 w 14"/>
                <a:gd name="T17" fmla="*/ 11 h 24"/>
                <a:gd name="T18" fmla="*/ 5 w 14"/>
                <a:gd name="T19" fmla="*/ 6 h 24"/>
                <a:gd name="T20" fmla="*/ 7 w 14"/>
                <a:gd name="T21" fmla="*/ 6 h 24"/>
                <a:gd name="T22" fmla="*/ 11 w 14"/>
                <a:gd name="T23" fmla="*/ 1 h 24"/>
                <a:gd name="T24" fmla="*/ 12 w 14"/>
                <a:gd name="T2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" h="24">
                  <a:moveTo>
                    <a:pt x="12" y="0"/>
                  </a:moveTo>
                  <a:cubicBezTo>
                    <a:pt x="13" y="3"/>
                    <a:pt x="14" y="7"/>
                    <a:pt x="13" y="10"/>
                  </a:cubicBezTo>
                  <a:cubicBezTo>
                    <a:pt x="11" y="13"/>
                    <a:pt x="11" y="16"/>
                    <a:pt x="10" y="19"/>
                  </a:cubicBezTo>
                  <a:cubicBezTo>
                    <a:pt x="9" y="20"/>
                    <a:pt x="9" y="21"/>
                    <a:pt x="8" y="22"/>
                  </a:cubicBezTo>
                  <a:cubicBezTo>
                    <a:pt x="7" y="24"/>
                    <a:pt x="7" y="24"/>
                    <a:pt x="4" y="24"/>
                  </a:cubicBezTo>
                  <a:cubicBezTo>
                    <a:pt x="1" y="23"/>
                    <a:pt x="0" y="20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2" y="17"/>
                    <a:pt x="2" y="16"/>
                    <a:pt x="3" y="15"/>
                  </a:cubicBezTo>
                  <a:cubicBezTo>
                    <a:pt x="3" y="13"/>
                    <a:pt x="3" y="12"/>
                    <a:pt x="3" y="11"/>
                  </a:cubicBezTo>
                  <a:cubicBezTo>
                    <a:pt x="3" y="9"/>
                    <a:pt x="4" y="7"/>
                    <a:pt x="5" y="6"/>
                  </a:cubicBezTo>
                  <a:cubicBezTo>
                    <a:pt x="6" y="6"/>
                    <a:pt x="6" y="6"/>
                    <a:pt x="7" y="6"/>
                  </a:cubicBezTo>
                  <a:cubicBezTo>
                    <a:pt x="8" y="4"/>
                    <a:pt x="10" y="3"/>
                    <a:pt x="11" y="1"/>
                  </a:cubicBezTo>
                  <a:cubicBezTo>
                    <a:pt x="12" y="1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ïṧľîḓè">
              <a:extLst>
                <a:ext uri="{FF2B5EF4-FFF2-40B4-BE49-F238E27FC236}">
                  <a16:creationId xmlns:a16="http://schemas.microsoft.com/office/drawing/2014/main" id="{9065BAD4-8AF0-4756-A55E-9B13A514A1DB}"/>
                </a:ext>
              </a:extLst>
            </p:cNvPr>
            <p:cNvSpPr/>
            <p:nvPr/>
          </p:nvSpPr>
          <p:spPr bwMode="auto">
            <a:xfrm>
              <a:off x="5599874" y="2655895"/>
              <a:ext cx="131895" cy="44641"/>
            </a:xfrm>
            <a:custGeom>
              <a:avLst/>
              <a:gdLst>
                <a:gd name="T0" fmla="*/ 31 w 31"/>
                <a:gd name="T1" fmla="*/ 0 h 11"/>
                <a:gd name="T2" fmla="*/ 22 w 31"/>
                <a:gd name="T3" fmla="*/ 4 h 11"/>
                <a:gd name="T4" fmla="*/ 9 w 31"/>
                <a:gd name="T5" fmla="*/ 10 h 11"/>
                <a:gd name="T6" fmla="*/ 5 w 31"/>
                <a:gd name="T7" fmla="*/ 9 h 11"/>
                <a:gd name="T8" fmla="*/ 4 w 31"/>
                <a:gd name="T9" fmla="*/ 8 h 11"/>
                <a:gd name="T10" fmla="*/ 0 w 31"/>
                <a:gd name="T11" fmla="*/ 8 h 11"/>
                <a:gd name="T12" fmla="*/ 1 w 31"/>
                <a:gd name="T13" fmla="*/ 7 h 11"/>
                <a:gd name="T14" fmla="*/ 4 w 31"/>
                <a:gd name="T15" fmla="*/ 6 h 11"/>
                <a:gd name="T16" fmla="*/ 7 w 31"/>
                <a:gd name="T17" fmla="*/ 4 h 11"/>
                <a:gd name="T18" fmla="*/ 9 w 31"/>
                <a:gd name="T19" fmla="*/ 3 h 11"/>
                <a:gd name="T20" fmla="*/ 15 w 31"/>
                <a:gd name="T21" fmla="*/ 2 h 11"/>
                <a:gd name="T22" fmla="*/ 19 w 31"/>
                <a:gd name="T23" fmla="*/ 1 h 11"/>
                <a:gd name="T24" fmla="*/ 27 w 31"/>
                <a:gd name="T25" fmla="*/ 0 h 11"/>
                <a:gd name="T26" fmla="*/ 29 w 31"/>
                <a:gd name="T27" fmla="*/ 0 h 11"/>
                <a:gd name="T28" fmla="*/ 31 w 31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11">
                  <a:moveTo>
                    <a:pt x="31" y="0"/>
                  </a:moveTo>
                  <a:cubicBezTo>
                    <a:pt x="28" y="3"/>
                    <a:pt x="25" y="4"/>
                    <a:pt x="22" y="4"/>
                  </a:cubicBezTo>
                  <a:cubicBezTo>
                    <a:pt x="17" y="5"/>
                    <a:pt x="13" y="7"/>
                    <a:pt x="9" y="10"/>
                  </a:cubicBezTo>
                  <a:cubicBezTo>
                    <a:pt x="7" y="10"/>
                    <a:pt x="6" y="11"/>
                    <a:pt x="5" y="9"/>
                  </a:cubicBezTo>
                  <a:cubicBezTo>
                    <a:pt x="5" y="9"/>
                    <a:pt x="4" y="9"/>
                    <a:pt x="4" y="8"/>
                  </a:cubicBezTo>
                  <a:cubicBezTo>
                    <a:pt x="2" y="8"/>
                    <a:pt x="1" y="8"/>
                    <a:pt x="0" y="8"/>
                  </a:cubicBezTo>
                  <a:cubicBezTo>
                    <a:pt x="0" y="7"/>
                    <a:pt x="1" y="7"/>
                    <a:pt x="1" y="7"/>
                  </a:cubicBezTo>
                  <a:cubicBezTo>
                    <a:pt x="2" y="7"/>
                    <a:pt x="3" y="6"/>
                    <a:pt x="4" y="6"/>
                  </a:cubicBezTo>
                  <a:cubicBezTo>
                    <a:pt x="5" y="6"/>
                    <a:pt x="7" y="6"/>
                    <a:pt x="7" y="4"/>
                  </a:cubicBezTo>
                  <a:cubicBezTo>
                    <a:pt x="7" y="3"/>
                    <a:pt x="8" y="3"/>
                    <a:pt x="9" y="3"/>
                  </a:cubicBezTo>
                  <a:cubicBezTo>
                    <a:pt x="11" y="2"/>
                    <a:pt x="13" y="2"/>
                    <a:pt x="15" y="2"/>
                  </a:cubicBezTo>
                  <a:cubicBezTo>
                    <a:pt x="16" y="2"/>
                    <a:pt x="18" y="1"/>
                    <a:pt x="19" y="1"/>
                  </a:cubicBezTo>
                  <a:cubicBezTo>
                    <a:pt x="21" y="0"/>
                    <a:pt x="24" y="0"/>
                    <a:pt x="27" y="0"/>
                  </a:cubicBezTo>
                  <a:cubicBezTo>
                    <a:pt x="27" y="0"/>
                    <a:pt x="28" y="0"/>
                    <a:pt x="29" y="0"/>
                  </a:cubicBezTo>
                  <a:cubicBezTo>
                    <a:pt x="31" y="0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iṡḻide">
              <a:extLst>
                <a:ext uri="{FF2B5EF4-FFF2-40B4-BE49-F238E27FC236}">
                  <a16:creationId xmlns:a16="http://schemas.microsoft.com/office/drawing/2014/main" id="{7B1B57D3-ED01-46A5-A97C-130E52A100DD}"/>
                </a:ext>
              </a:extLst>
            </p:cNvPr>
            <p:cNvSpPr/>
            <p:nvPr/>
          </p:nvSpPr>
          <p:spPr bwMode="auto">
            <a:xfrm>
              <a:off x="5938741" y="2820256"/>
              <a:ext cx="75079" cy="54788"/>
            </a:xfrm>
            <a:custGeom>
              <a:avLst/>
              <a:gdLst>
                <a:gd name="T0" fmla="*/ 11 w 18"/>
                <a:gd name="T1" fmla="*/ 7 h 13"/>
                <a:gd name="T2" fmla="*/ 7 w 18"/>
                <a:gd name="T3" fmla="*/ 5 h 13"/>
                <a:gd name="T4" fmla="*/ 6 w 18"/>
                <a:gd name="T5" fmla="*/ 10 h 13"/>
                <a:gd name="T6" fmla="*/ 0 w 18"/>
                <a:gd name="T7" fmla="*/ 12 h 13"/>
                <a:gd name="T8" fmla="*/ 0 w 18"/>
                <a:gd name="T9" fmla="*/ 6 h 13"/>
                <a:gd name="T10" fmla="*/ 4 w 18"/>
                <a:gd name="T11" fmla="*/ 4 h 13"/>
                <a:gd name="T12" fmla="*/ 6 w 18"/>
                <a:gd name="T13" fmla="*/ 4 h 13"/>
                <a:gd name="T14" fmla="*/ 8 w 18"/>
                <a:gd name="T15" fmla="*/ 3 h 13"/>
                <a:gd name="T16" fmla="*/ 8 w 18"/>
                <a:gd name="T17" fmla="*/ 1 h 13"/>
                <a:gd name="T18" fmla="*/ 10 w 18"/>
                <a:gd name="T19" fmla="*/ 0 h 13"/>
                <a:gd name="T20" fmla="*/ 12 w 18"/>
                <a:gd name="T21" fmla="*/ 1 h 13"/>
                <a:gd name="T22" fmla="*/ 12 w 18"/>
                <a:gd name="T23" fmla="*/ 4 h 13"/>
                <a:gd name="T24" fmla="*/ 13 w 18"/>
                <a:gd name="T25" fmla="*/ 5 h 13"/>
                <a:gd name="T26" fmla="*/ 15 w 18"/>
                <a:gd name="T27" fmla="*/ 8 h 13"/>
                <a:gd name="T28" fmla="*/ 18 w 18"/>
                <a:gd name="T29" fmla="*/ 10 h 13"/>
                <a:gd name="T30" fmla="*/ 15 w 18"/>
                <a:gd name="T31" fmla="*/ 12 h 13"/>
                <a:gd name="T32" fmla="*/ 12 w 18"/>
                <a:gd name="T33" fmla="*/ 13 h 13"/>
                <a:gd name="T34" fmla="*/ 9 w 18"/>
                <a:gd name="T35" fmla="*/ 13 h 13"/>
                <a:gd name="T36" fmla="*/ 9 w 18"/>
                <a:gd name="T37" fmla="*/ 13 h 13"/>
                <a:gd name="T38" fmla="*/ 11 w 18"/>
                <a:gd name="T39" fmla="*/ 12 h 13"/>
                <a:gd name="T40" fmla="*/ 9 w 18"/>
                <a:gd name="T41" fmla="*/ 9 h 13"/>
                <a:gd name="T42" fmla="*/ 11 w 18"/>
                <a:gd name="T4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" h="13">
                  <a:moveTo>
                    <a:pt x="11" y="7"/>
                  </a:moveTo>
                  <a:cubicBezTo>
                    <a:pt x="10" y="5"/>
                    <a:pt x="8" y="5"/>
                    <a:pt x="7" y="5"/>
                  </a:cubicBezTo>
                  <a:cubicBezTo>
                    <a:pt x="5" y="7"/>
                    <a:pt x="5" y="8"/>
                    <a:pt x="6" y="1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0"/>
                    <a:pt x="2" y="8"/>
                    <a:pt x="0" y="6"/>
                  </a:cubicBezTo>
                  <a:cubicBezTo>
                    <a:pt x="1" y="5"/>
                    <a:pt x="3" y="4"/>
                    <a:pt x="4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8" y="4"/>
                    <a:pt x="8" y="3"/>
                  </a:cubicBezTo>
                  <a:cubicBezTo>
                    <a:pt x="8" y="2"/>
                    <a:pt x="8" y="2"/>
                    <a:pt x="8" y="1"/>
                  </a:cubicBezTo>
                  <a:cubicBezTo>
                    <a:pt x="9" y="1"/>
                    <a:pt x="9" y="0"/>
                    <a:pt x="10" y="0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0" y="2"/>
                    <a:pt x="11" y="3"/>
                    <a:pt x="12" y="4"/>
                  </a:cubicBezTo>
                  <a:cubicBezTo>
                    <a:pt x="13" y="4"/>
                    <a:pt x="13" y="4"/>
                    <a:pt x="13" y="5"/>
                  </a:cubicBezTo>
                  <a:cubicBezTo>
                    <a:pt x="14" y="6"/>
                    <a:pt x="14" y="7"/>
                    <a:pt x="15" y="8"/>
                  </a:cubicBezTo>
                  <a:cubicBezTo>
                    <a:pt x="16" y="9"/>
                    <a:pt x="17" y="9"/>
                    <a:pt x="18" y="10"/>
                  </a:cubicBezTo>
                  <a:cubicBezTo>
                    <a:pt x="17" y="10"/>
                    <a:pt x="16" y="11"/>
                    <a:pt x="15" y="12"/>
                  </a:cubicBezTo>
                  <a:cubicBezTo>
                    <a:pt x="14" y="13"/>
                    <a:pt x="13" y="13"/>
                    <a:pt x="12" y="13"/>
                  </a:cubicBezTo>
                  <a:cubicBezTo>
                    <a:pt x="11" y="13"/>
                    <a:pt x="10" y="13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0" y="11"/>
                    <a:pt x="9" y="10"/>
                    <a:pt x="9" y="9"/>
                  </a:cubicBezTo>
                  <a:cubicBezTo>
                    <a:pt x="9" y="8"/>
                    <a:pt x="10" y="8"/>
                    <a:pt x="11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išľíḋè">
              <a:extLst>
                <a:ext uri="{FF2B5EF4-FFF2-40B4-BE49-F238E27FC236}">
                  <a16:creationId xmlns:a16="http://schemas.microsoft.com/office/drawing/2014/main" id="{E08CD842-97CC-4301-B896-66B090DAA900}"/>
                </a:ext>
              </a:extLst>
            </p:cNvPr>
            <p:cNvSpPr/>
            <p:nvPr/>
          </p:nvSpPr>
          <p:spPr bwMode="auto">
            <a:xfrm>
              <a:off x="5883955" y="2761411"/>
              <a:ext cx="44641" cy="20291"/>
            </a:xfrm>
            <a:custGeom>
              <a:avLst/>
              <a:gdLst>
                <a:gd name="T0" fmla="*/ 0 w 11"/>
                <a:gd name="T1" fmla="*/ 2 h 5"/>
                <a:gd name="T2" fmla="*/ 2 w 11"/>
                <a:gd name="T3" fmla="*/ 2 h 5"/>
                <a:gd name="T4" fmla="*/ 8 w 11"/>
                <a:gd name="T5" fmla="*/ 0 h 5"/>
                <a:gd name="T6" fmla="*/ 11 w 11"/>
                <a:gd name="T7" fmla="*/ 1 h 5"/>
                <a:gd name="T8" fmla="*/ 10 w 11"/>
                <a:gd name="T9" fmla="*/ 3 h 5"/>
                <a:gd name="T10" fmla="*/ 6 w 11"/>
                <a:gd name="T11" fmla="*/ 5 h 5"/>
                <a:gd name="T12" fmla="*/ 2 w 11"/>
                <a:gd name="T13" fmla="*/ 4 h 5"/>
                <a:gd name="T14" fmla="*/ 0 w 11"/>
                <a:gd name="T15" fmla="*/ 3 h 5"/>
                <a:gd name="T16" fmla="*/ 0 w 11"/>
                <a:gd name="T1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5">
                  <a:moveTo>
                    <a:pt x="0" y="2"/>
                  </a:moveTo>
                  <a:cubicBezTo>
                    <a:pt x="0" y="2"/>
                    <a:pt x="1" y="2"/>
                    <a:pt x="2" y="2"/>
                  </a:cubicBezTo>
                  <a:cubicBezTo>
                    <a:pt x="4" y="1"/>
                    <a:pt x="6" y="0"/>
                    <a:pt x="8" y="0"/>
                  </a:cubicBezTo>
                  <a:cubicBezTo>
                    <a:pt x="9" y="0"/>
                    <a:pt x="10" y="0"/>
                    <a:pt x="11" y="1"/>
                  </a:cubicBezTo>
                  <a:cubicBezTo>
                    <a:pt x="11" y="2"/>
                    <a:pt x="10" y="2"/>
                    <a:pt x="10" y="3"/>
                  </a:cubicBezTo>
                  <a:cubicBezTo>
                    <a:pt x="8" y="4"/>
                    <a:pt x="7" y="4"/>
                    <a:pt x="6" y="5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1" y="3"/>
                    <a:pt x="0" y="3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ïśļîďe">
              <a:extLst>
                <a:ext uri="{FF2B5EF4-FFF2-40B4-BE49-F238E27FC236}">
                  <a16:creationId xmlns:a16="http://schemas.microsoft.com/office/drawing/2014/main" id="{D2CC6B36-3C28-40DA-9BBA-7F8CF4D923DF}"/>
                </a:ext>
              </a:extLst>
            </p:cNvPr>
            <p:cNvSpPr/>
            <p:nvPr/>
          </p:nvSpPr>
          <p:spPr bwMode="auto">
            <a:xfrm>
              <a:off x="5622194" y="2875043"/>
              <a:ext cx="36525" cy="24350"/>
            </a:xfrm>
            <a:custGeom>
              <a:avLst/>
              <a:gdLst>
                <a:gd name="T0" fmla="*/ 0 w 9"/>
                <a:gd name="T1" fmla="*/ 5 h 6"/>
                <a:gd name="T2" fmla="*/ 7 w 9"/>
                <a:gd name="T3" fmla="*/ 0 h 6"/>
                <a:gd name="T4" fmla="*/ 5 w 9"/>
                <a:gd name="T5" fmla="*/ 1 h 6"/>
                <a:gd name="T6" fmla="*/ 7 w 9"/>
                <a:gd name="T7" fmla="*/ 2 h 6"/>
                <a:gd name="T8" fmla="*/ 8 w 9"/>
                <a:gd name="T9" fmla="*/ 4 h 6"/>
                <a:gd name="T10" fmla="*/ 6 w 9"/>
                <a:gd name="T11" fmla="*/ 6 h 6"/>
                <a:gd name="T12" fmla="*/ 0 w 9"/>
                <a:gd name="T13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6">
                  <a:moveTo>
                    <a:pt x="0" y="5"/>
                  </a:moveTo>
                  <a:cubicBezTo>
                    <a:pt x="2" y="3"/>
                    <a:pt x="4" y="1"/>
                    <a:pt x="7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6" y="1"/>
                    <a:pt x="7" y="2"/>
                    <a:pt x="7" y="2"/>
                  </a:cubicBezTo>
                  <a:cubicBezTo>
                    <a:pt x="7" y="2"/>
                    <a:pt x="9" y="4"/>
                    <a:pt x="8" y="4"/>
                  </a:cubicBezTo>
                  <a:cubicBezTo>
                    <a:pt x="8" y="5"/>
                    <a:pt x="7" y="6"/>
                    <a:pt x="6" y="6"/>
                  </a:cubicBezTo>
                  <a:cubicBezTo>
                    <a:pt x="4" y="5"/>
                    <a:pt x="2" y="5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iṡľïďe">
              <a:extLst>
                <a:ext uri="{FF2B5EF4-FFF2-40B4-BE49-F238E27FC236}">
                  <a16:creationId xmlns:a16="http://schemas.microsoft.com/office/drawing/2014/main" id="{44DB11CC-2076-41FC-94B4-89E1BDE5EC41}"/>
                </a:ext>
              </a:extLst>
            </p:cNvPr>
            <p:cNvSpPr/>
            <p:nvPr/>
          </p:nvSpPr>
          <p:spPr bwMode="auto">
            <a:xfrm>
              <a:off x="5137228" y="2540234"/>
              <a:ext cx="1075449" cy="1379821"/>
            </a:xfrm>
            <a:custGeom>
              <a:avLst/>
              <a:gdLst>
                <a:gd name="T0" fmla="*/ 255 w 255"/>
                <a:gd name="T1" fmla="*/ 281 h 327"/>
                <a:gd name="T2" fmla="*/ 254 w 255"/>
                <a:gd name="T3" fmla="*/ 283 h 327"/>
                <a:gd name="T4" fmla="*/ 43 w 255"/>
                <a:gd name="T5" fmla="*/ 230 h 327"/>
                <a:gd name="T6" fmla="*/ 96 w 255"/>
                <a:gd name="T7" fmla="*/ 20 h 327"/>
                <a:gd name="T8" fmla="*/ 150 w 255"/>
                <a:gd name="T9" fmla="*/ 0 h 327"/>
                <a:gd name="T10" fmla="*/ 120 w 255"/>
                <a:gd name="T11" fmla="*/ 30 h 327"/>
                <a:gd name="T12" fmla="*/ 115 w 255"/>
                <a:gd name="T13" fmla="*/ 36 h 327"/>
                <a:gd name="T14" fmla="*/ 111 w 255"/>
                <a:gd name="T15" fmla="*/ 42 h 327"/>
                <a:gd name="T16" fmla="*/ 108 w 255"/>
                <a:gd name="T17" fmla="*/ 46 h 327"/>
                <a:gd name="T18" fmla="*/ 98 w 255"/>
                <a:gd name="T19" fmla="*/ 64 h 327"/>
                <a:gd name="T20" fmla="*/ 98 w 255"/>
                <a:gd name="T21" fmla="*/ 64 h 327"/>
                <a:gd name="T22" fmla="*/ 87 w 255"/>
                <a:gd name="T23" fmla="*/ 99 h 327"/>
                <a:gd name="T24" fmla="*/ 91 w 255"/>
                <a:gd name="T25" fmla="*/ 155 h 327"/>
                <a:gd name="T26" fmla="*/ 103 w 255"/>
                <a:gd name="T27" fmla="*/ 181 h 327"/>
                <a:gd name="T28" fmla="*/ 129 w 255"/>
                <a:gd name="T29" fmla="*/ 217 h 327"/>
                <a:gd name="T30" fmla="*/ 255 w 255"/>
                <a:gd name="T31" fmla="*/ 281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5" h="327">
                  <a:moveTo>
                    <a:pt x="255" y="281"/>
                  </a:moveTo>
                  <a:cubicBezTo>
                    <a:pt x="254" y="283"/>
                    <a:pt x="254" y="283"/>
                    <a:pt x="254" y="283"/>
                  </a:cubicBezTo>
                  <a:cubicBezTo>
                    <a:pt x="182" y="327"/>
                    <a:pt x="87" y="303"/>
                    <a:pt x="43" y="230"/>
                  </a:cubicBezTo>
                  <a:cubicBezTo>
                    <a:pt x="0" y="158"/>
                    <a:pt x="23" y="63"/>
                    <a:pt x="96" y="20"/>
                  </a:cubicBezTo>
                  <a:cubicBezTo>
                    <a:pt x="113" y="10"/>
                    <a:pt x="131" y="3"/>
                    <a:pt x="150" y="0"/>
                  </a:cubicBezTo>
                  <a:cubicBezTo>
                    <a:pt x="139" y="9"/>
                    <a:pt x="129" y="19"/>
                    <a:pt x="120" y="30"/>
                  </a:cubicBezTo>
                  <a:cubicBezTo>
                    <a:pt x="119" y="32"/>
                    <a:pt x="117" y="34"/>
                    <a:pt x="115" y="36"/>
                  </a:cubicBezTo>
                  <a:cubicBezTo>
                    <a:pt x="113" y="39"/>
                    <a:pt x="112" y="40"/>
                    <a:pt x="111" y="42"/>
                  </a:cubicBezTo>
                  <a:cubicBezTo>
                    <a:pt x="110" y="44"/>
                    <a:pt x="109" y="45"/>
                    <a:pt x="108" y="46"/>
                  </a:cubicBezTo>
                  <a:cubicBezTo>
                    <a:pt x="104" y="52"/>
                    <a:pt x="101" y="58"/>
                    <a:pt x="98" y="64"/>
                  </a:cubicBezTo>
                  <a:cubicBezTo>
                    <a:pt x="98" y="64"/>
                    <a:pt x="98" y="64"/>
                    <a:pt x="98" y="64"/>
                  </a:cubicBezTo>
                  <a:cubicBezTo>
                    <a:pt x="93" y="75"/>
                    <a:pt x="89" y="87"/>
                    <a:pt x="87" y="99"/>
                  </a:cubicBezTo>
                  <a:cubicBezTo>
                    <a:pt x="83" y="118"/>
                    <a:pt x="85" y="137"/>
                    <a:pt x="91" y="155"/>
                  </a:cubicBezTo>
                  <a:cubicBezTo>
                    <a:pt x="94" y="164"/>
                    <a:pt x="98" y="173"/>
                    <a:pt x="103" y="181"/>
                  </a:cubicBezTo>
                  <a:cubicBezTo>
                    <a:pt x="111" y="194"/>
                    <a:pt x="119" y="206"/>
                    <a:pt x="129" y="217"/>
                  </a:cubicBezTo>
                  <a:cubicBezTo>
                    <a:pt x="187" y="285"/>
                    <a:pt x="255" y="281"/>
                    <a:pt x="255" y="28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ïṩḻide">
              <a:extLst>
                <a:ext uri="{FF2B5EF4-FFF2-40B4-BE49-F238E27FC236}">
                  <a16:creationId xmlns:a16="http://schemas.microsoft.com/office/drawing/2014/main" id="{3C0307A8-5BE9-47AC-8919-F32DE77149A4}"/>
                </a:ext>
              </a:extLst>
            </p:cNvPr>
            <p:cNvSpPr/>
            <p:nvPr/>
          </p:nvSpPr>
          <p:spPr bwMode="auto">
            <a:xfrm>
              <a:off x="8304729" y="3301164"/>
              <a:ext cx="606716" cy="375393"/>
            </a:xfrm>
            <a:custGeom>
              <a:avLst/>
              <a:gdLst>
                <a:gd name="T0" fmla="*/ 140 w 144"/>
                <a:gd name="T1" fmla="*/ 73 h 89"/>
                <a:gd name="T2" fmla="*/ 117 w 144"/>
                <a:gd name="T3" fmla="*/ 86 h 89"/>
                <a:gd name="T4" fmla="*/ 2 w 144"/>
                <a:gd name="T5" fmla="*/ 86 h 89"/>
                <a:gd name="T6" fmla="*/ 2 w 144"/>
                <a:gd name="T7" fmla="*/ 76 h 89"/>
                <a:gd name="T8" fmla="*/ 2 w 144"/>
                <a:gd name="T9" fmla="*/ 75 h 89"/>
                <a:gd name="T10" fmla="*/ 34 w 144"/>
                <a:gd name="T11" fmla="*/ 75 h 89"/>
                <a:gd name="T12" fmla="*/ 25 w 144"/>
                <a:gd name="T13" fmla="*/ 31 h 89"/>
                <a:gd name="T14" fmla="*/ 108 w 144"/>
                <a:gd name="T15" fmla="*/ 0 h 89"/>
                <a:gd name="T16" fmla="*/ 116 w 144"/>
                <a:gd name="T17" fmla="*/ 0 h 89"/>
                <a:gd name="T18" fmla="*/ 140 w 144"/>
                <a:gd name="T19" fmla="*/ 7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4" h="89">
                  <a:moveTo>
                    <a:pt x="140" y="73"/>
                  </a:moveTo>
                  <a:cubicBezTo>
                    <a:pt x="136" y="89"/>
                    <a:pt x="117" y="86"/>
                    <a:pt x="117" y="86"/>
                  </a:cubicBezTo>
                  <a:cubicBezTo>
                    <a:pt x="117" y="86"/>
                    <a:pt x="5" y="88"/>
                    <a:pt x="2" y="86"/>
                  </a:cubicBezTo>
                  <a:cubicBezTo>
                    <a:pt x="0" y="84"/>
                    <a:pt x="2" y="78"/>
                    <a:pt x="2" y="76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75"/>
                    <a:pt x="49" y="67"/>
                    <a:pt x="25" y="31"/>
                  </a:cubicBezTo>
                  <a:cubicBezTo>
                    <a:pt x="4" y="1"/>
                    <a:pt x="82" y="0"/>
                    <a:pt x="108" y="0"/>
                  </a:cubicBezTo>
                  <a:cubicBezTo>
                    <a:pt x="113" y="0"/>
                    <a:pt x="116" y="0"/>
                    <a:pt x="116" y="0"/>
                  </a:cubicBezTo>
                  <a:cubicBezTo>
                    <a:pt x="116" y="0"/>
                    <a:pt x="144" y="57"/>
                    <a:pt x="140" y="73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îṡḻíḍè">
              <a:extLst>
                <a:ext uri="{FF2B5EF4-FFF2-40B4-BE49-F238E27FC236}">
                  <a16:creationId xmlns:a16="http://schemas.microsoft.com/office/drawing/2014/main" id="{7F15BE6E-D14E-4D4D-A376-5D52B85D1F86}"/>
                </a:ext>
              </a:extLst>
            </p:cNvPr>
            <p:cNvSpPr/>
            <p:nvPr/>
          </p:nvSpPr>
          <p:spPr bwMode="auto">
            <a:xfrm>
              <a:off x="8312845" y="3301164"/>
              <a:ext cx="539754" cy="328722"/>
            </a:xfrm>
            <a:custGeom>
              <a:avLst/>
              <a:gdLst>
                <a:gd name="T0" fmla="*/ 125 w 128"/>
                <a:gd name="T1" fmla="*/ 61 h 78"/>
                <a:gd name="T2" fmla="*/ 101 w 128"/>
                <a:gd name="T3" fmla="*/ 75 h 78"/>
                <a:gd name="T4" fmla="*/ 0 w 128"/>
                <a:gd name="T5" fmla="*/ 76 h 78"/>
                <a:gd name="T6" fmla="*/ 0 w 128"/>
                <a:gd name="T7" fmla="*/ 75 h 78"/>
                <a:gd name="T8" fmla="*/ 32 w 128"/>
                <a:gd name="T9" fmla="*/ 75 h 78"/>
                <a:gd name="T10" fmla="*/ 23 w 128"/>
                <a:gd name="T11" fmla="*/ 31 h 78"/>
                <a:gd name="T12" fmla="*/ 106 w 128"/>
                <a:gd name="T13" fmla="*/ 0 h 78"/>
                <a:gd name="T14" fmla="*/ 125 w 128"/>
                <a:gd name="T15" fmla="*/ 6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8" h="78">
                  <a:moveTo>
                    <a:pt x="125" y="61"/>
                  </a:moveTo>
                  <a:cubicBezTo>
                    <a:pt x="121" y="78"/>
                    <a:pt x="101" y="75"/>
                    <a:pt x="101" y="75"/>
                  </a:cubicBezTo>
                  <a:cubicBezTo>
                    <a:pt x="101" y="75"/>
                    <a:pt x="30" y="76"/>
                    <a:pt x="0" y="76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2" y="75"/>
                    <a:pt x="47" y="67"/>
                    <a:pt x="23" y="31"/>
                  </a:cubicBezTo>
                  <a:cubicBezTo>
                    <a:pt x="2" y="1"/>
                    <a:pt x="80" y="0"/>
                    <a:pt x="106" y="0"/>
                  </a:cubicBezTo>
                  <a:cubicBezTo>
                    <a:pt x="114" y="18"/>
                    <a:pt x="128" y="50"/>
                    <a:pt x="125" y="61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ísḻïḑé">
              <a:extLst>
                <a:ext uri="{FF2B5EF4-FFF2-40B4-BE49-F238E27FC236}">
                  <a16:creationId xmlns:a16="http://schemas.microsoft.com/office/drawing/2014/main" id="{4AD9B4D4-14EC-4FC1-8DC2-BB0904E9A01E}"/>
                </a:ext>
              </a:extLst>
            </p:cNvPr>
            <p:cNvSpPr/>
            <p:nvPr/>
          </p:nvSpPr>
          <p:spPr bwMode="auto">
            <a:xfrm>
              <a:off x="8312845" y="3301164"/>
              <a:ext cx="555987" cy="336839"/>
            </a:xfrm>
            <a:custGeom>
              <a:avLst/>
              <a:gdLst>
                <a:gd name="T0" fmla="*/ 129 w 132"/>
                <a:gd name="T1" fmla="*/ 64 h 80"/>
                <a:gd name="T2" fmla="*/ 101 w 132"/>
                <a:gd name="T3" fmla="*/ 75 h 80"/>
                <a:gd name="T4" fmla="*/ 0 w 132"/>
                <a:gd name="T5" fmla="*/ 76 h 80"/>
                <a:gd name="T6" fmla="*/ 0 w 132"/>
                <a:gd name="T7" fmla="*/ 75 h 80"/>
                <a:gd name="T8" fmla="*/ 32 w 132"/>
                <a:gd name="T9" fmla="*/ 75 h 80"/>
                <a:gd name="T10" fmla="*/ 23 w 132"/>
                <a:gd name="T11" fmla="*/ 31 h 80"/>
                <a:gd name="T12" fmla="*/ 106 w 132"/>
                <a:gd name="T13" fmla="*/ 0 h 80"/>
                <a:gd name="T14" fmla="*/ 129 w 132"/>
                <a:gd name="T15" fmla="*/ 6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2" h="80">
                  <a:moveTo>
                    <a:pt x="129" y="64"/>
                  </a:moveTo>
                  <a:cubicBezTo>
                    <a:pt x="125" y="80"/>
                    <a:pt x="101" y="75"/>
                    <a:pt x="101" y="75"/>
                  </a:cubicBezTo>
                  <a:cubicBezTo>
                    <a:pt x="101" y="75"/>
                    <a:pt x="30" y="76"/>
                    <a:pt x="0" y="76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2" y="75"/>
                    <a:pt x="48" y="67"/>
                    <a:pt x="23" y="31"/>
                  </a:cubicBezTo>
                  <a:cubicBezTo>
                    <a:pt x="2" y="1"/>
                    <a:pt x="80" y="0"/>
                    <a:pt x="106" y="0"/>
                  </a:cubicBezTo>
                  <a:cubicBezTo>
                    <a:pt x="114" y="18"/>
                    <a:pt x="132" y="52"/>
                    <a:pt x="129" y="64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iṥľîḓé">
              <a:extLst>
                <a:ext uri="{FF2B5EF4-FFF2-40B4-BE49-F238E27FC236}">
                  <a16:creationId xmlns:a16="http://schemas.microsoft.com/office/drawing/2014/main" id="{B2FB6617-152F-4062-B83A-AF7238C5EEE1}"/>
                </a:ext>
              </a:extLst>
            </p:cNvPr>
            <p:cNvSpPr/>
            <p:nvPr/>
          </p:nvSpPr>
          <p:spPr bwMode="auto">
            <a:xfrm>
              <a:off x="7953686" y="2621400"/>
              <a:ext cx="1203286" cy="805573"/>
            </a:xfrm>
            <a:custGeom>
              <a:avLst/>
              <a:gdLst>
                <a:gd name="T0" fmla="*/ 23 w 285"/>
                <a:gd name="T1" fmla="*/ 0 h 191"/>
                <a:gd name="T2" fmla="*/ 262 w 285"/>
                <a:gd name="T3" fmla="*/ 0 h 191"/>
                <a:gd name="T4" fmla="*/ 285 w 285"/>
                <a:gd name="T5" fmla="*/ 23 h 191"/>
                <a:gd name="T6" fmla="*/ 285 w 285"/>
                <a:gd name="T7" fmla="*/ 169 h 191"/>
                <a:gd name="T8" fmla="*/ 262 w 285"/>
                <a:gd name="T9" fmla="*/ 191 h 191"/>
                <a:gd name="T10" fmla="*/ 23 w 285"/>
                <a:gd name="T11" fmla="*/ 191 h 191"/>
                <a:gd name="T12" fmla="*/ 0 w 285"/>
                <a:gd name="T13" fmla="*/ 169 h 191"/>
                <a:gd name="T14" fmla="*/ 0 w 285"/>
                <a:gd name="T15" fmla="*/ 23 h 191"/>
                <a:gd name="T16" fmla="*/ 23 w 285"/>
                <a:gd name="T17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5" h="191">
                  <a:moveTo>
                    <a:pt x="23" y="0"/>
                  </a:moveTo>
                  <a:cubicBezTo>
                    <a:pt x="262" y="0"/>
                    <a:pt x="262" y="0"/>
                    <a:pt x="262" y="0"/>
                  </a:cubicBezTo>
                  <a:cubicBezTo>
                    <a:pt x="275" y="0"/>
                    <a:pt x="285" y="10"/>
                    <a:pt x="285" y="23"/>
                  </a:cubicBezTo>
                  <a:cubicBezTo>
                    <a:pt x="285" y="169"/>
                    <a:pt x="285" y="169"/>
                    <a:pt x="285" y="169"/>
                  </a:cubicBezTo>
                  <a:cubicBezTo>
                    <a:pt x="285" y="181"/>
                    <a:pt x="275" y="191"/>
                    <a:pt x="262" y="191"/>
                  </a:cubicBezTo>
                  <a:cubicBezTo>
                    <a:pt x="23" y="191"/>
                    <a:pt x="23" y="191"/>
                    <a:pt x="23" y="191"/>
                  </a:cubicBezTo>
                  <a:cubicBezTo>
                    <a:pt x="10" y="191"/>
                    <a:pt x="0" y="181"/>
                    <a:pt x="0" y="169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2" name="îSḻíḍè">
              <a:extLst>
                <a:ext uri="{FF2B5EF4-FFF2-40B4-BE49-F238E27FC236}">
                  <a16:creationId xmlns:a16="http://schemas.microsoft.com/office/drawing/2014/main" id="{7B7B4313-3957-4E8A-AB8C-B2B6AD082D85}"/>
                </a:ext>
              </a:extLst>
            </p:cNvPr>
            <p:cNvSpPr/>
            <p:nvPr/>
          </p:nvSpPr>
          <p:spPr bwMode="auto">
            <a:xfrm>
              <a:off x="7953686" y="2621400"/>
              <a:ext cx="1203286" cy="805573"/>
            </a:xfrm>
            <a:custGeom>
              <a:avLst/>
              <a:gdLst>
                <a:gd name="T0" fmla="*/ 23 w 285"/>
                <a:gd name="T1" fmla="*/ 0 h 191"/>
                <a:gd name="T2" fmla="*/ 262 w 285"/>
                <a:gd name="T3" fmla="*/ 0 h 191"/>
                <a:gd name="T4" fmla="*/ 285 w 285"/>
                <a:gd name="T5" fmla="*/ 23 h 191"/>
                <a:gd name="T6" fmla="*/ 285 w 285"/>
                <a:gd name="T7" fmla="*/ 169 h 191"/>
                <a:gd name="T8" fmla="*/ 262 w 285"/>
                <a:gd name="T9" fmla="*/ 191 h 191"/>
                <a:gd name="T10" fmla="*/ 23 w 285"/>
                <a:gd name="T11" fmla="*/ 191 h 191"/>
                <a:gd name="T12" fmla="*/ 0 w 285"/>
                <a:gd name="T13" fmla="*/ 169 h 191"/>
                <a:gd name="T14" fmla="*/ 0 w 285"/>
                <a:gd name="T15" fmla="*/ 23 h 191"/>
                <a:gd name="T16" fmla="*/ 23 w 285"/>
                <a:gd name="T17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5" h="191">
                  <a:moveTo>
                    <a:pt x="23" y="0"/>
                  </a:moveTo>
                  <a:cubicBezTo>
                    <a:pt x="262" y="0"/>
                    <a:pt x="262" y="0"/>
                    <a:pt x="262" y="0"/>
                  </a:cubicBezTo>
                  <a:cubicBezTo>
                    <a:pt x="275" y="0"/>
                    <a:pt x="285" y="10"/>
                    <a:pt x="285" y="23"/>
                  </a:cubicBezTo>
                  <a:cubicBezTo>
                    <a:pt x="285" y="169"/>
                    <a:pt x="285" y="169"/>
                    <a:pt x="285" y="169"/>
                  </a:cubicBezTo>
                  <a:cubicBezTo>
                    <a:pt x="285" y="181"/>
                    <a:pt x="275" y="191"/>
                    <a:pt x="262" y="191"/>
                  </a:cubicBezTo>
                  <a:cubicBezTo>
                    <a:pt x="23" y="191"/>
                    <a:pt x="23" y="191"/>
                    <a:pt x="23" y="191"/>
                  </a:cubicBezTo>
                  <a:cubicBezTo>
                    <a:pt x="10" y="191"/>
                    <a:pt x="0" y="181"/>
                    <a:pt x="0" y="169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3" name="ïśľïdé">
              <a:extLst>
                <a:ext uri="{FF2B5EF4-FFF2-40B4-BE49-F238E27FC236}">
                  <a16:creationId xmlns:a16="http://schemas.microsoft.com/office/drawing/2014/main" id="{D94949ED-0F87-4D1C-A946-3F4A00A24E0F}"/>
                </a:ext>
              </a:extLst>
            </p:cNvPr>
            <p:cNvSpPr/>
            <p:nvPr/>
          </p:nvSpPr>
          <p:spPr bwMode="auto">
            <a:xfrm>
              <a:off x="7929337" y="2621400"/>
              <a:ext cx="1201256" cy="805573"/>
            </a:xfrm>
            <a:custGeom>
              <a:avLst/>
              <a:gdLst>
                <a:gd name="T0" fmla="*/ 23 w 285"/>
                <a:gd name="T1" fmla="*/ 0 h 191"/>
                <a:gd name="T2" fmla="*/ 262 w 285"/>
                <a:gd name="T3" fmla="*/ 0 h 191"/>
                <a:gd name="T4" fmla="*/ 285 w 285"/>
                <a:gd name="T5" fmla="*/ 23 h 191"/>
                <a:gd name="T6" fmla="*/ 285 w 285"/>
                <a:gd name="T7" fmla="*/ 169 h 191"/>
                <a:gd name="T8" fmla="*/ 262 w 285"/>
                <a:gd name="T9" fmla="*/ 191 h 191"/>
                <a:gd name="T10" fmla="*/ 23 w 285"/>
                <a:gd name="T11" fmla="*/ 191 h 191"/>
                <a:gd name="T12" fmla="*/ 0 w 285"/>
                <a:gd name="T13" fmla="*/ 169 h 191"/>
                <a:gd name="T14" fmla="*/ 0 w 285"/>
                <a:gd name="T15" fmla="*/ 23 h 191"/>
                <a:gd name="T16" fmla="*/ 23 w 285"/>
                <a:gd name="T17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5" h="191">
                  <a:moveTo>
                    <a:pt x="23" y="0"/>
                  </a:moveTo>
                  <a:cubicBezTo>
                    <a:pt x="262" y="0"/>
                    <a:pt x="262" y="0"/>
                    <a:pt x="262" y="0"/>
                  </a:cubicBezTo>
                  <a:cubicBezTo>
                    <a:pt x="275" y="0"/>
                    <a:pt x="285" y="10"/>
                    <a:pt x="285" y="23"/>
                  </a:cubicBezTo>
                  <a:cubicBezTo>
                    <a:pt x="285" y="169"/>
                    <a:pt x="285" y="169"/>
                    <a:pt x="285" y="169"/>
                  </a:cubicBezTo>
                  <a:cubicBezTo>
                    <a:pt x="285" y="181"/>
                    <a:pt x="275" y="191"/>
                    <a:pt x="262" y="191"/>
                  </a:cubicBezTo>
                  <a:cubicBezTo>
                    <a:pt x="23" y="191"/>
                    <a:pt x="23" y="191"/>
                    <a:pt x="23" y="191"/>
                  </a:cubicBezTo>
                  <a:cubicBezTo>
                    <a:pt x="10" y="191"/>
                    <a:pt x="0" y="181"/>
                    <a:pt x="0" y="169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4" name="işḻíḓê">
              <a:extLst>
                <a:ext uri="{FF2B5EF4-FFF2-40B4-BE49-F238E27FC236}">
                  <a16:creationId xmlns:a16="http://schemas.microsoft.com/office/drawing/2014/main" id="{FAAE6A9F-EE3D-4C80-9857-18F9AD655FC9}"/>
                </a:ext>
              </a:extLst>
            </p:cNvPr>
            <p:cNvSpPr/>
            <p:nvPr/>
          </p:nvSpPr>
          <p:spPr bwMode="auto">
            <a:xfrm>
              <a:off x="7929337" y="2621400"/>
              <a:ext cx="1201256" cy="805573"/>
            </a:xfrm>
            <a:custGeom>
              <a:avLst/>
              <a:gdLst>
                <a:gd name="T0" fmla="*/ 23 w 285"/>
                <a:gd name="T1" fmla="*/ 0 h 191"/>
                <a:gd name="T2" fmla="*/ 262 w 285"/>
                <a:gd name="T3" fmla="*/ 0 h 191"/>
                <a:gd name="T4" fmla="*/ 285 w 285"/>
                <a:gd name="T5" fmla="*/ 23 h 191"/>
                <a:gd name="T6" fmla="*/ 285 w 285"/>
                <a:gd name="T7" fmla="*/ 169 h 191"/>
                <a:gd name="T8" fmla="*/ 262 w 285"/>
                <a:gd name="T9" fmla="*/ 191 h 191"/>
                <a:gd name="T10" fmla="*/ 23 w 285"/>
                <a:gd name="T11" fmla="*/ 191 h 191"/>
                <a:gd name="T12" fmla="*/ 0 w 285"/>
                <a:gd name="T13" fmla="*/ 169 h 191"/>
                <a:gd name="T14" fmla="*/ 0 w 285"/>
                <a:gd name="T15" fmla="*/ 23 h 191"/>
                <a:gd name="T16" fmla="*/ 23 w 285"/>
                <a:gd name="T17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5" h="191">
                  <a:moveTo>
                    <a:pt x="23" y="0"/>
                  </a:moveTo>
                  <a:cubicBezTo>
                    <a:pt x="262" y="0"/>
                    <a:pt x="262" y="0"/>
                    <a:pt x="262" y="0"/>
                  </a:cubicBezTo>
                  <a:cubicBezTo>
                    <a:pt x="275" y="0"/>
                    <a:pt x="285" y="10"/>
                    <a:pt x="285" y="23"/>
                  </a:cubicBezTo>
                  <a:cubicBezTo>
                    <a:pt x="285" y="169"/>
                    <a:pt x="285" y="169"/>
                    <a:pt x="285" y="169"/>
                  </a:cubicBezTo>
                  <a:cubicBezTo>
                    <a:pt x="285" y="181"/>
                    <a:pt x="275" y="191"/>
                    <a:pt x="262" y="191"/>
                  </a:cubicBezTo>
                  <a:cubicBezTo>
                    <a:pt x="23" y="191"/>
                    <a:pt x="23" y="191"/>
                    <a:pt x="23" y="191"/>
                  </a:cubicBezTo>
                  <a:cubicBezTo>
                    <a:pt x="10" y="191"/>
                    <a:pt x="0" y="181"/>
                    <a:pt x="0" y="169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0"/>
                  </a:schemeClr>
                </a:gs>
                <a:gs pos="6000">
                  <a:srgbClr val="68AFFD"/>
                </a:gs>
              </a:gsLst>
              <a:lin ang="5400000" scaled="1"/>
            </a:gra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îṡḻiḋê">
              <a:extLst>
                <a:ext uri="{FF2B5EF4-FFF2-40B4-BE49-F238E27FC236}">
                  <a16:creationId xmlns:a16="http://schemas.microsoft.com/office/drawing/2014/main" id="{AAFDF014-5595-444E-BC43-150BBC28B0B0}"/>
                </a:ext>
              </a:extLst>
            </p:cNvPr>
            <p:cNvSpPr/>
            <p:nvPr/>
          </p:nvSpPr>
          <p:spPr bwMode="auto">
            <a:xfrm>
              <a:off x="7929337" y="3254494"/>
              <a:ext cx="1201256" cy="172478"/>
            </a:xfrm>
            <a:custGeom>
              <a:avLst/>
              <a:gdLst>
                <a:gd name="T0" fmla="*/ 285 w 285"/>
                <a:gd name="T1" fmla="*/ 0 h 41"/>
                <a:gd name="T2" fmla="*/ 285 w 285"/>
                <a:gd name="T3" fmla="*/ 19 h 41"/>
                <a:gd name="T4" fmla="*/ 262 w 285"/>
                <a:gd name="T5" fmla="*/ 41 h 41"/>
                <a:gd name="T6" fmla="*/ 262 w 285"/>
                <a:gd name="T7" fmla="*/ 41 h 41"/>
                <a:gd name="T8" fmla="*/ 23 w 285"/>
                <a:gd name="T9" fmla="*/ 41 h 41"/>
                <a:gd name="T10" fmla="*/ 0 w 285"/>
                <a:gd name="T11" fmla="*/ 19 h 41"/>
                <a:gd name="T12" fmla="*/ 0 w 285"/>
                <a:gd name="T13" fmla="*/ 19 h 41"/>
                <a:gd name="T14" fmla="*/ 0 w 285"/>
                <a:gd name="T15" fmla="*/ 0 h 41"/>
                <a:gd name="T16" fmla="*/ 285 w 285"/>
                <a:gd name="T1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5" h="41">
                  <a:moveTo>
                    <a:pt x="285" y="0"/>
                  </a:moveTo>
                  <a:cubicBezTo>
                    <a:pt x="285" y="19"/>
                    <a:pt x="285" y="19"/>
                    <a:pt x="285" y="19"/>
                  </a:cubicBezTo>
                  <a:cubicBezTo>
                    <a:pt x="285" y="31"/>
                    <a:pt x="275" y="41"/>
                    <a:pt x="262" y="41"/>
                  </a:cubicBezTo>
                  <a:cubicBezTo>
                    <a:pt x="262" y="41"/>
                    <a:pt x="262" y="41"/>
                    <a:pt x="26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10" y="41"/>
                    <a:pt x="0" y="31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85" y="0"/>
                  </a:ln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iśḷïḓè">
              <a:extLst>
                <a:ext uri="{FF2B5EF4-FFF2-40B4-BE49-F238E27FC236}">
                  <a16:creationId xmlns:a16="http://schemas.microsoft.com/office/drawing/2014/main" id="{3CFDB00C-CC52-4883-B930-A0AE78551748}"/>
                </a:ext>
              </a:extLst>
            </p:cNvPr>
            <p:cNvSpPr/>
            <p:nvPr/>
          </p:nvSpPr>
          <p:spPr bwMode="auto">
            <a:xfrm>
              <a:off x="8312845" y="3621770"/>
              <a:ext cx="472792" cy="40583"/>
            </a:xfrm>
            <a:prstGeom prst="rect">
              <a:avLst/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ïṩḷíḑê">
              <a:extLst>
                <a:ext uri="{FF2B5EF4-FFF2-40B4-BE49-F238E27FC236}">
                  <a16:creationId xmlns:a16="http://schemas.microsoft.com/office/drawing/2014/main" id="{F094E151-3931-4022-A10D-669127F97B40}"/>
                </a:ext>
              </a:extLst>
            </p:cNvPr>
            <p:cNvSpPr/>
            <p:nvPr/>
          </p:nvSpPr>
          <p:spPr bwMode="auto">
            <a:xfrm>
              <a:off x="8785637" y="3571042"/>
              <a:ext cx="75079" cy="101457"/>
            </a:xfrm>
            <a:custGeom>
              <a:avLst/>
              <a:gdLst>
                <a:gd name="T0" fmla="*/ 17 w 18"/>
                <a:gd name="T1" fmla="*/ 0 h 24"/>
                <a:gd name="T2" fmla="*/ 18 w 18"/>
                <a:gd name="T3" fmla="*/ 19 h 24"/>
                <a:gd name="T4" fmla="*/ 0 w 18"/>
                <a:gd name="T5" fmla="*/ 22 h 24"/>
                <a:gd name="T6" fmla="*/ 0 w 18"/>
                <a:gd name="T7" fmla="*/ 12 h 24"/>
                <a:gd name="T8" fmla="*/ 17 w 18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4">
                  <a:moveTo>
                    <a:pt x="17" y="0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3" y="22"/>
                    <a:pt x="6" y="24"/>
                    <a:pt x="0" y="2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16" y="16"/>
                    <a:pt x="17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íśḻíḑe">
              <a:extLst>
                <a:ext uri="{FF2B5EF4-FFF2-40B4-BE49-F238E27FC236}">
                  <a16:creationId xmlns:a16="http://schemas.microsoft.com/office/drawing/2014/main" id="{7BAB20E2-3831-4719-A365-7F9C2D3E050D}"/>
                </a:ext>
              </a:extLst>
            </p:cNvPr>
            <p:cNvSpPr/>
            <p:nvPr/>
          </p:nvSpPr>
          <p:spPr bwMode="auto">
            <a:xfrm>
              <a:off x="3229828" y="2870985"/>
              <a:ext cx="460617" cy="282052"/>
            </a:xfrm>
            <a:custGeom>
              <a:avLst/>
              <a:gdLst>
                <a:gd name="T0" fmla="*/ 3 w 109"/>
                <a:gd name="T1" fmla="*/ 55 h 67"/>
                <a:gd name="T2" fmla="*/ 21 w 109"/>
                <a:gd name="T3" fmla="*/ 65 h 67"/>
                <a:gd name="T4" fmla="*/ 107 w 109"/>
                <a:gd name="T5" fmla="*/ 65 h 67"/>
                <a:gd name="T6" fmla="*/ 107 w 109"/>
                <a:gd name="T7" fmla="*/ 57 h 67"/>
                <a:gd name="T8" fmla="*/ 107 w 109"/>
                <a:gd name="T9" fmla="*/ 57 h 67"/>
                <a:gd name="T10" fmla="*/ 83 w 109"/>
                <a:gd name="T11" fmla="*/ 57 h 67"/>
                <a:gd name="T12" fmla="*/ 90 w 109"/>
                <a:gd name="T13" fmla="*/ 24 h 67"/>
                <a:gd name="T14" fmla="*/ 27 w 109"/>
                <a:gd name="T15" fmla="*/ 0 h 67"/>
                <a:gd name="T16" fmla="*/ 21 w 109"/>
                <a:gd name="T17" fmla="*/ 0 h 67"/>
                <a:gd name="T18" fmla="*/ 3 w 109"/>
                <a:gd name="T19" fmla="*/ 55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67">
                  <a:moveTo>
                    <a:pt x="3" y="55"/>
                  </a:moveTo>
                  <a:cubicBezTo>
                    <a:pt x="6" y="67"/>
                    <a:pt x="21" y="65"/>
                    <a:pt x="21" y="65"/>
                  </a:cubicBezTo>
                  <a:cubicBezTo>
                    <a:pt x="21" y="65"/>
                    <a:pt x="105" y="67"/>
                    <a:pt x="107" y="65"/>
                  </a:cubicBezTo>
                  <a:cubicBezTo>
                    <a:pt x="109" y="64"/>
                    <a:pt x="108" y="59"/>
                    <a:pt x="107" y="57"/>
                  </a:cubicBezTo>
                  <a:cubicBezTo>
                    <a:pt x="107" y="57"/>
                    <a:pt x="107" y="57"/>
                    <a:pt x="107" y="57"/>
                  </a:cubicBezTo>
                  <a:cubicBezTo>
                    <a:pt x="83" y="57"/>
                    <a:pt x="83" y="57"/>
                    <a:pt x="83" y="57"/>
                  </a:cubicBezTo>
                  <a:cubicBezTo>
                    <a:pt x="83" y="57"/>
                    <a:pt x="71" y="51"/>
                    <a:pt x="90" y="24"/>
                  </a:cubicBezTo>
                  <a:cubicBezTo>
                    <a:pt x="106" y="1"/>
                    <a:pt x="46" y="0"/>
                    <a:pt x="27" y="0"/>
                  </a:cubicBezTo>
                  <a:cubicBezTo>
                    <a:pt x="23" y="0"/>
                    <a:pt x="21" y="0"/>
                    <a:pt x="21" y="0"/>
                  </a:cubicBezTo>
                  <a:cubicBezTo>
                    <a:pt x="21" y="0"/>
                    <a:pt x="0" y="43"/>
                    <a:pt x="3" y="55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ïŝḻiḑé">
              <a:extLst>
                <a:ext uri="{FF2B5EF4-FFF2-40B4-BE49-F238E27FC236}">
                  <a16:creationId xmlns:a16="http://schemas.microsoft.com/office/drawing/2014/main" id="{7EADC0B0-14A6-46AD-B08F-1A1210AA6AAB}"/>
                </a:ext>
              </a:extLst>
            </p:cNvPr>
            <p:cNvSpPr/>
            <p:nvPr/>
          </p:nvSpPr>
          <p:spPr bwMode="auto">
            <a:xfrm>
              <a:off x="3272440" y="2870985"/>
              <a:ext cx="407860" cy="247556"/>
            </a:xfrm>
            <a:custGeom>
              <a:avLst/>
              <a:gdLst>
                <a:gd name="T0" fmla="*/ 3 w 97"/>
                <a:gd name="T1" fmla="*/ 46 h 59"/>
                <a:gd name="T2" fmla="*/ 21 w 97"/>
                <a:gd name="T3" fmla="*/ 56 h 59"/>
                <a:gd name="T4" fmla="*/ 97 w 97"/>
                <a:gd name="T5" fmla="*/ 57 h 59"/>
                <a:gd name="T6" fmla="*/ 97 w 97"/>
                <a:gd name="T7" fmla="*/ 56 h 59"/>
                <a:gd name="T8" fmla="*/ 73 w 97"/>
                <a:gd name="T9" fmla="*/ 56 h 59"/>
                <a:gd name="T10" fmla="*/ 80 w 97"/>
                <a:gd name="T11" fmla="*/ 23 h 59"/>
                <a:gd name="T12" fmla="*/ 17 w 97"/>
                <a:gd name="T13" fmla="*/ 0 h 59"/>
                <a:gd name="T14" fmla="*/ 3 w 97"/>
                <a:gd name="T15" fmla="*/ 4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7" h="59">
                  <a:moveTo>
                    <a:pt x="3" y="46"/>
                  </a:moveTo>
                  <a:cubicBezTo>
                    <a:pt x="6" y="59"/>
                    <a:pt x="21" y="56"/>
                    <a:pt x="21" y="56"/>
                  </a:cubicBezTo>
                  <a:cubicBezTo>
                    <a:pt x="21" y="56"/>
                    <a:pt x="74" y="57"/>
                    <a:pt x="97" y="57"/>
                  </a:cubicBezTo>
                  <a:cubicBezTo>
                    <a:pt x="97" y="57"/>
                    <a:pt x="97" y="57"/>
                    <a:pt x="97" y="56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3" y="56"/>
                    <a:pt x="61" y="50"/>
                    <a:pt x="80" y="23"/>
                  </a:cubicBezTo>
                  <a:cubicBezTo>
                    <a:pt x="96" y="1"/>
                    <a:pt x="36" y="0"/>
                    <a:pt x="17" y="0"/>
                  </a:cubicBezTo>
                  <a:cubicBezTo>
                    <a:pt x="11" y="13"/>
                    <a:pt x="0" y="37"/>
                    <a:pt x="3" y="46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îŝḻîdè">
              <a:extLst>
                <a:ext uri="{FF2B5EF4-FFF2-40B4-BE49-F238E27FC236}">
                  <a16:creationId xmlns:a16="http://schemas.microsoft.com/office/drawing/2014/main" id="{8ADEC542-CB8D-48BF-9F57-D5AFB38084E9}"/>
                </a:ext>
              </a:extLst>
            </p:cNvPr>
            <p:cNvSpPr/>
            <p:nvPr/>
          </p:nvSpPr>
          <p:spPr bwMode="auto">
            <a:xfrm>
              <a:off x="3258236" y="2870985"/>
              <a:ext cx="422063" cy="255673"/>
            </a:xfrm>
            <a:custGeom>
              <a:avLst/>
              <a:gdLst>
                <a:gd name="T0" fmla="*/ 2 w 100"/>
                <a:gd name="T1" fmla="*/ 48 h 61"/>
                <a:gd name="T2" fmla="*/ 24 w 100"/>
                <a:gd name="T3" fmla="*/ 57 h 61"/>
                <a:gd name="T4" fmla="*/ 100 w 100"/>
                <a:gd name="T5" fmla="*/ 57 h 61"/>
                <a:gd name="T6" fmla="*/ 100 w 100"/>
                <a:gd name="T7" fmla="*/ 57 h 61"/>
                <a:gd name="T8" fmla="*/ 76 w 100"/>
                <a:gd name="T9" fmla="*/ 57 h 61"/>
                <a:gd name="T10" fmla="*/ 83 w 100"/>
                <a:gd name="T11" fmla="*/ 24 h 61"/>
                <a:gd name="T12" fmla="*/ 20 w 100"/>
                <a:gd name="T13" fmla="*/ 0 h 61"/>
                <a:gd name="T14" fmla="*/ 2 w 100"/>
                <a:gd name="T15" fmla="*/ 4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0" h="61">
                  <a:moveTo>
                    <a:pt x="2" y="48"/>
                  </a:moveTo>
                  <a:cubicBezTo>
                    <a:pt x="5" y="61"/>
                    <a:pt x="24" y="57"/>
                    <a:pt x="24" y="57"/>
                  </a:cubicBezTo>
                  <a:cubicBezTo>
                    <a:pt x="24" y="57"/>
                    <a:pt x="77" y="58"/>
                    <a:pt x="100" y="57"/>
                  </a:cubicBezTo>
                  <a:cubicBezTo>
                    <a:pt x="100" y="57"/>
                    <a:pt x="100" y="57"/>
                    <a:pt x="100" y="57"/>
                  </a:cubicBezTo>
                  <a:cubicBezTo>
                    <a:pt x="76" y="57"/>
                    <a:pt x="76" y="57"/>
                    <a:pt x="76" y="57"/>
                  </a:cubicBezTo>
                  <a:cubicBezTo>
                    <a:pt x="76" y="57"/>
                    <a:pt x="64" y="51"/>
                    <a:pt x="83" y="24"/>
                  </a:cubicBezTo>
                  <a:cubicBezTo>
                    <a:pt x="99" y="1"/>
                    <a:pt x="39" y="0"/>
                    <a:pt x="20" y="0"/>
                  </a:cubicBezTo>
                  <a:cubicBezTo>
                    <a:pt x="14" y="13"/>
                    <a:pt x="0" y="39"/>
                    <a:pt x="2" y="48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îśḻïde">
              <a:extLst>
                <a:ext uri="{FF2B5EF4-FFF2-40B4-BE49-F238E27FC236}">
                  <a16:creationId xmlns:a16="http://schemas.microsoft.com/office/drawing/2014/main" id="{6DBEDEF9-156A-4CD5-914B-4263E9D13C8A}"/>
                </a:ext>
              </a:extLst>
            </p:cNvPr>
            <p:cNvSpPr/>
            <p:nvPr/>
          </p:nvSpPr>
          <p:spPr bwMode="auto">
            <a:xfrm>
              <a:off x="3043147" y="2355581"/>
              <a:ext cx="913117" cy="610774"/>
            </a:xfrm>
            <a:custGeom>
              <a:avLst/>
              <a:gdLst>
                <a:gd name="T0" fmla="*/ 17 w 216"/>
                <a:gd name="T1" fmla="*/ 0 h 145"/>
                <a:gd name="T2" fmla="*/ 198 w 216"/>
                <a:gd name="T3" fmla="*/ 0 h 145"/>
                <a:gd name="T4" fmla="*/ 216 w 216"/>
                <a:gd name="T5" fmla="*/ 17 h 145"/>
                <a:gd name="T6" fmla="*/ 216 w 216"/>
                <a:gd name="T7" fmla="*/ 127 h 145"/>
                <a:gd name="T8" fmla="*/ 198 w 216"/>
                <a:gd name="T9" fmla="*/ 145 h 145"/>
                <a:gd name="T10" fmla="*/ 17 w 216"/>
                <a:gd name="T11" fmla="*/ 145 h 145"/>
                <a:gd name="T12" fmla="*/ 0 w 216"/>
                <a:gd name="T13" fmla="*/ 127 h 145"/>
                <a:gd name="T14" fmla="*/ 0 w 216"/>
                <a:gd name="T15" fmla="*/ 17 h 145"/>
                <a:gd name="T16" fmla="*/ 17 w 216"/>
                <a:gd name="T17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6" h="145">
                  <a:moveTo>
                    <a:pt x="17" y="0"/>
                  </a:moveTo>
                  <a:cubicBezTo>
                    <a:pt x="198" y="0"/>
                    <a:pt x="198" y="0"/>
                    <a:pt x="198" y="0"/>
                  </a:cubicBezTo>
                  <a:cubicBezTo>
                    <a:pt x="208" y="0"/>
                    <a:pt x="216" y="7"/>
                    <a:pt x="216" y="17"/>
                  </a:cubicBezTo>
                  <a:cubicBezTo>
                    <a:pt x="216" y="127"/>
                    <a:pt x="216" y="127"/>
                    <a:pt x="216" y="127"/>
                  </a:cubicBezTo>
                  <a:cubicBezTo>
                    <a:pt x="216" y="137"/>
                    <a:pt x="208" y="145"/>
                    <a:pt x="198" y="145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7" y="145"/>
                    <a:pt x="0" y="137"/>
                    <a:pt x="0" y="12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7"/>
                    <a:pt x="7" y="0"/>
                    <a:pt x="17" y="0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2" name="îšľiďé">
              <a:extLst>
                <a:ext uri="{FF2B5EF4-FFF2-40B4-BE49-F238E27FC236}">
                  <a16:creationId xmlns:a16="http://schemas.microsoft.com/office/drawing/2014/main" id="{951B3942-A98D-4D3C-9885-184C56F6C869}"/>
                </a:ext>
              </a:extLst>
            </p:cNvPr>
            <p:cNvSpPr/>
            <p:nvPr/>
          </p:nvSpPr>
          <p:spPr bwMode="auto">
            <a:xfrm>
              <a:off x="3043147" y="2355581"/>
              <a:ext cx="913117" cy="610774"/>
            </a:xfrm>
            <a:custGeom>
              <a:avLst/>
              <a:gdLst>
                <a:gd name="T0" fmla="*/ 17 w 216"/>
                <a:gd name="T1" fmla="*/ 0 h 145"/>
                <a:gd name="T2" fmla="*/ 198 w 216"/>
                <a:gd name="T3" fmla="*/ 0 h 145"/>
                <a:gd name="T4" fmla="*/ 216 w 216"/>
                <a:gd name="T5" fmla="*/ 17 h 145"/>
                <a:gd name="T6" fmla="*/ 216 w 216"/>
                <a:gd name="T7" fmla="*/ 127 h 145"/>
                <a:gd name="T8" fmla="*/ 198 w 216"/>
                <a:gd name="T9" fmla="*/ 145 h 145"/>
                <a:gd name="T10" fmla="*/ 17 w 216"/>
                <a:gd name="T11" fmla="*/ 145 h 145"/>
                <a:gd name="T12" fmla="*/ 0 w 216"/>
                <a:gd name="T13" fmla="*/ 127 h 145"/>
                <a:gd name="T14" fmla="*/ 0 w 216"/>
                <a:gd name="T15" fmla="*/ 17 h 145"/>
                <a:gd name="T16" fmla="*/ 17 w 216"/>
                <a:gd name="T17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6" h="145">
                  <a:moveTo>
                    <a:pt x="17" y="0"/>
                  </a:moveTo>
                  <a:cubicBezTo>
                    <a:pt x="198" y="0"/>
                    <a:pt x="198" y="0"/>
                    <a:pt x="198" y="0"/>
                  </a:cubicBezTo>
                  <a:cubicBezTo>
                    <a:pt x="208" y="0"/>
                    <a:pt x="216" y="7"/>
                    <a:pt x="216" y="17"/>
                  </a:cubicBezTo>
                  <a:cubicBezTo>
                    <a:pt x="216" y="127"/>
                    <a:pt x="216" y="127"/>
                    <a:pt x="216" y="127"/>
                  </a:cubicBezTo>
                  <a:cubicBezTo>
                    <a:pt x="216" y="137"/>
                    <a:pt x="208" y="145"/>
                    <a:pt x="198" y="145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7" y="145"/>
                    <a:pt x="0" y="137"/>
                    <a:pt x="0" y="12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7"/>
                    <a:pt x="7" y="0"/>
                    <a:pt x="17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3" name="ïšľïdè">
              <a:extLst>
                <a:ext uri="{FF2B5EF4-FFF2-40B4-BE49-F238E27FC236}">
                  <a16:creationId xmlns:a16="http://schemas.microsoft.com/office/drawing/2014/main" id="{A29F81AA-5492-4533-9815-F085934452C7}"/>
                </a:ext>
              </a:extLst>
            </p:cNvPr>
            <p:cNvSpPr/>
            <p:nvPr/>
          </p:nvSpPr>
          <p:spPr bwMode="auto">
            <a:xfrm>
              <a:off x="3061408" y="2355581"/>
              <a:ext cx="911088" cy="610774"/>
            </a:xfrm>
            <a:custGeom>
              <a:avLst/>
              <a:gdLst>
                <a:gd name="T0" fmla="*/ 17 w 216"/>
                <a:gd name="T1" fmla="*/ 0 h 145"/>
                <a:gd name="T2" fmla="*/ 199 w 216"/>
                <a:gd name="T3" fmla="*/ 0 h 145"/>
                <a:gd name="T4" fmla="*/ 216 w 216"/>
                <a:gd name="T5" fmla="*/ 17 h 145"/>
                <a:gd name="T6" fmla="*/ 216 w 216"/>
                <a:gd name="T7" fmla="*/ 127 h 145"/>
                <a:gd name="T8" fmla="*/ 199 w 216"/>
                <a:gd name="T9" fmla="*/ 145 h 145"/>
                <a:gd name="T10" fmla="*/ 17 w 216"/>
                <a:gd name="T11" fmla="*/ 145 h 145"/>
                <a:gd name="T12" fmla="*/ 0 w 216"/>
                <a:gd name="T13" fmla="*/ 127 h 145"/>
                <a:gd name="T14" fmla="*/ 0 w 216"/>
                <a:gd name="T15" fmla="*/ 17 h 145"/>
                <a:gd name="T16" fmla="*/ 17 w 216"/>
                <a:gd name="T17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6" h="145">
                  <a:moveTo>
                    <a:pt x="17" y="0"/>
                  </a:moveTo>
                  <a:cubicBezTo>
                    <a:pt x="199" y="0"/>
                    <a:pt x="199" y="0"/>
                    <a:pt x="199" y="0"/>
                  </a:cubicBezTo>
                  <a:cubicBezTo>
                    <a:pt x="208" y="0"/>
                    <a:pt x="216" y="7"/>
                    <a:pt x="216" y="17"/>
                  </a:cubicBezTo>
                  <a:cubicBezTo>
                    <a:pt x="216" y="127"/>
                    <a:pt x="216" y="127"/>
                    <a:pt x="216" y="127"/>
                  </a:cubicBezTo>
                  <a:cubicBezTo>
                    <a:pt x="216" y="137"/>
                    <a:pt x="208" y="145"/>
                    <a:pt x="199" y="145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8" y="145"/>
                    <a:pt x="0" y="137"/>
                    <a:pt x="0" y="12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7"/>
                    <a:pt x="8" y="0"/>
                    <a:pt x="17" y="0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4" name="ïSḷîḋé">
              <a:extLst>
                <a:ext uri="{FF2B5EF4-FFF2-40B4-BE49-F238E27FC236}">
                  <a16:creationId xmlns:a16="http://schemas.microsoft.com/office/drawing/2014/main" id="{02E909AA-EB5D-4095-8C5D-53FA9F4E24DB}"/>
                </a:ext>
              </a:extLst>
            </p:cNvPr>
            <p:cNvSpPr/>
            <p:nvPr/>
          </p:nvSpPr>
          <p:spPr bwMode="auto">
            <a:xfrm>
              <a:off x="3061408" y="2355581"/>
              <a:ext cx="911088" cy="610774"/>
            </a:xfrm>
            <a:custGeom>
              <a:avLst/>
              <a:gdLst>
                <a:gd name="T0" fmla="*/ 17 w 216"/>
                <a:gd name="T1" fmla="*/ 0 h 145"/>
                <a:gd name="T2" fmla="*/ 199 w 216"/>
                <a:gd name="T3" fmla="*/ 0 h 145"/>
                <a:gd name="T4" fmla="*/ 216 w 216"/>
                <a:gd name="T5" fmla="*/ 17 h 145"/>
                <a:gd name="T6" fmla="*/ 216 w 216"/>
                <a:gd name="T7" fmla="*/ 127 h 145"/>
                <a:gd name="T8" fmla="*/ 199 w 216"/>
                <a:gd name="T9" fmla="*/ 145 h 145"/>
                <a:gd name="T10" fmla="*/ 17 w 216"/>
                <a:gd name="T11" fmla="*/ 145 h 145"/>
                <a:gd name="T12" fmla="*/ 0 w 216"/>
                <a:gd name="T13" fmla="*/ 127 h 145"/>
                <a:gd name="T14" fmla="*/ 0 w 216"/>
                <a:gd name="T15" fmla="*/ 17 h 145"/>
                <a:gd name="T16" fmla="*/ 17 w 216"/>
                <a:gd name="T17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6" h="145">
                  <a:moveTo>
                    <a:pt x="17" y="0"/>
                  </a:moveTo>
                  <a:cubicBezTo>
                    <a:pt x="199" y="0"/>
                    <a:pt x="199" y="0"/>
                    <a:pt x="199" y="0"/>
                  </a:cubicBezTo>
                  <a:cubicBezTo>
                    <a:pt x="208" y="0"/>
                    <a:pt x="216" y="7"/>
                    <a:pt x="216" y="17"/>
                  </a:cubicBezTo>
                  <a:cubicBezTo>
                    <a:pt x="216" y="127"/>
                    <a:pt x="216" y="127"/>
                    <a:pt x="216" y="127"/>
                  </a:cubicBezTo>
                  <a:cubicBezTo>
                    <a:pt x="216" y="137"/>
                    <a:pt x="208" y="145"/>
                    <a:pt x="199" y="145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8" y="145"/>
                    <a:pt x="0" y="137"/>
                    <a:pt x="0" y="12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7"/>
                    <a:pt x="8" y="0"/>
                    <a:pt x="17" y="0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0"/>
                  </a:schemeClr>
                </a:gs>
                <a:gs pos="6000">
                  <a:srgbClr val="68AFFD"/>
                </a:gs>
              </a:gsLst>
              <a:lin ang="5400000" scaled="1"/>
            </a:gra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5" name="ïSḷiḋe">
              <a:extLst>
                <a:ext uri="{FF2B5EF4-FFF2-40B4-BE49-F238E27FC236}">
                  <a16:creationId xmlns:a16="http://schemas.microsoft.com/office/drawing/2014/main" id="{0C6F1F70-E4BC-4009-A067-448FD8E0DBE9}"/>
                </a:ext>
              </a:extLst>
            </p:cNvPr>
            <p:cNvSpPr/>
            <p:nvPr/>
          </p:nvSpPr>
          <p:spPr bwMode="auto">
            <a:xfrm>
              <a:off x="3065467" y="2832431"/>
              <a:ext cx="907030" cy="133924"/>
            </a:xfrm>
            <a:custGeom>
              <a:avLst/>
              <a:gdLst>
                <a:gd name="T0" fmla="*/ 0 w 215"/>
                <a:gd name="T1" fmla="*/ 0 h 32"/>
                <a:gd name="T2" fmla="*/ 0 w 215"/>
                <a:gd name="T3" fmla="*/ 14 h 32"/>
                <a:gd name="T4" fmla="*/ 17 w 215"/>
                <a:gd name="T5" fmla="*/ 32 h 32"/>
                <a:gd name="T6" fmla="*/ 17 w 215"/>
                <a:gd name="T7" fmla="*/ 32 h 32"/>
                <a:gd name="T8" fmla="*/ 198 w 215"/>
                <a:gd name="T9" fmla="*/ 32 h 32"/>
                <a:gd name="T10" fmla="*/ 215 w 215"/>
                <a:gd name="T11" fmla="*/ 14 h 32"/>
                <a:gd name="T12" fmla="*/ 215 w 215"/>
                <a:gd name="T13" fmla="*/ 14 h 32"/>
                <a:gd name="T14" fmla="*/ 215 w 215"/>
                <a:gd name="T15" fmla="*/ 0 h 32"/>
                <a:gd name="T16" fmla="*/ 0 w 215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32">
                  <a:moveTo>
                    <a:pt x="0" y="0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24"/>
                    <a:pt x="7" y="32"/>
                    <a:pt x="17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98" y="32"/>
                    <a:pt x="198" y="32"/>
                    <a:pt x="198" y="32"/>
                  </a:cubicBezTo>
                  <a:cubicBezTo>
                    <a:pt x="207" y="32"/>
                    <a:pt x="215" y="24"/>
                    <a:pt x="215" y="14"/>
                  </a:cubicBezTo>
                  <a:cubicBezTo>
                    <a:pt x="215" y="14"/>
                    <a:pt x="215" y="14"/>
                    <a:pt x="215" y="14"/>
                  </a:cubicBezTo>
                  <a:cubicBezTo>
                    <a:pt x="215" y="0"/>
                    <a:pt x="215" y="0"/>
                    <a:pt x="21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6" name="ísľíḑe">
              <a:extLst>
                <a:ext uri="{FF2B5EF4-FFF2-40B4-BE49-F238E27FC236}">
                  <a16:creationId xmlns:a16="http://schemas.microsoft.com/office/drawing/2014/main" id="{1F60765D-2763-4B6C-80BA-5A3B39A168C2}"/>
                </a:ext>
              </a:extLst>
            </p:cNvPr>
            <p:cNvSpPr/>
            <p:nvPr/>
          </p:nvSpPr>
          <p:spPr bwMode="auto">
            <a:xfrm>
              <a:off x="3323169" y="3110424"/>
              <a:ext cx="357130" cy="34496"/>
            </a:xfrm>
            <a:prstGeom prst="rect">
              <a:avLst/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7" name="iślïďé">
              <a:extLst>
                <a:ext uri="{FF2B5EF4-FFF2-40B4-BE49-F238E27FC236}">
                  <a16:creationId xmlns:a16="http://schemas.microsoft.com/office/drawing/2014/main" id="{05F23739-3B87-4FBC-B19C-C368D26CA624}"/>
                </a:ext>
              </a:extLst>
            </p:cNvPr>
            <p:cNvSpPr/>
            <p:nvPr/>
          </p:nvSpPr>
          <p:spPr bwMode="auto">
            <a:xfrm>
              <a:off x="3264323" y="3071871"/>
              <a:ext cx="58846" cy="77108"/>
            </a:xfrm>
            <a:custGeom>
              <a:avLst/>
              <a:gdLst>
                <a:gd name="T0" fmla="*/ 1 w 14"/>
                <a:gd name="T1" fmla="*/ 0 h 18"/>
                <a:gd name="T2" fmla="*/ 0 w 14"/>
                <a:gd name="T3" fmla="*/ 15 h 18"/>
                <a:gd name="T4" fmla="*/ 14 w 14"/>
                <a:gd name="T5" fmla="*/ 17 h 18"/>
                <a:gd name="T6" fmla="*/ 14 w 14"/>
                <a:gd name="T7" fmla="*/ 9 h 18"/>
                <a:gd name="T8" fmla="*/ 1 w 1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8">
                  <a:moveTo>
                    <a:pt x="1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5" y="18"/>
                    <a:pt x="10" y="18"/>
                    <a:pt x="14" y="17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2" y="12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8" name="îşḷíḋé">
              <a:extLst>
                <a:ext uri="{FF2B5EF4-FFF2-40B4-BE49-F238E27FC236}">
                  <a16:creationId xmlns:a16="http://schemas.microsoft.com/office/drawing/2014/main" id="{AF6CC0D9-B50A-45C2-8ADB-A99A22CF8349}"/>
                </a:ext>
              </a:extLst>
            </p:cNvPr>
            <p:cNvSpPr/>
            <p:nvPr/>
          </p:nvSpPr>
          <p:spPr bwMode="auto">
            <a:xfrm>
              <a:off x="6515019" y="2199337"/>
              <a:ext cx="574250" cy="519462"/>
            </a:xfrm>
            <a:custGeom>
              <a:avLst/>
              <a:gdLst>
                <a:gd name="T0" fmla="*/ 126 w 136"/>
                <a:gd name="T1" fmla="*/ 123 h 123"/>
                <a:gd name="T2" fmla="*/ 15 w 136"/>
                <a:gd name="T3" fmla="*/ 106 h 123"/>
                <a:gd name="T4" fmla="*/ 9 w 136"/>
                <a:gd name="T5" fmla="*/ 99 h 123"/>
                <a:gd name="T6" fmla="*/ 1 w 136"/>
                <a:gd name="T7" fmla="*/ 9 h 123"/>
                <a:gd name="T8" fmla="*/ 8 w 136"/>
                <a:gd name="T9" fmla="*/ 0 h 123"/>
                <a:gd name="T10" fmla="*/ 10 w 136"/>
                <a:gd name="T11" fmla="*/ 0 h 123"/>
                <a:gd name="T12" fmla="*/ 121 w 136"/>
                <a:gd name="T13" fmla="*/ 17 h 123"/>
                <a:gd name="T14" fmla="*/ 127 w 136"/>
                <a:gd name="T15" fmla="*/ 24 h 123"/>
                <a:gd name="T16" fmla="*/ 135 w 136"/>
                <a:gd name="T17" fmla="*/ 114 h 123"/>
                <a:gd name="T18" fmla="*/ 128 w 136"/>
                <a:gd name="T19" fmla="*/ 123 h 123"/>
                <a:gd name="T20" fmla="*/ 126 w 136"/>
                <a:gd name="T21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6" h="123">
                  <a:moveTo>
                    <a:pt x="126" y="123"/>
                  </a:moveTo>
                  <a:cubicBezTo>
                    <a:pt x="15" y="106"/>
                    <a:pt x="15" y="106"/>
                    <a:pt x="15" y="106"/>
                  </a:cubicBezTo>
                  <a:cubicBezTo>
                    <a:pt x="12" y="106"/>
                    <a:pt x="9" y="103"/>
                    <a:pt x="9" y="9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5"/>
                    <a:pt x="3" y="1"/>
                    <a:pt x="8" y="0"/>
                  </a:cubicBezTo>
                  <a:cubicBezTo>
                    <a:pt x="8" y="0"/>
                    <a:pt x="9" y="0"/>
                    <a:pt x="10" y="0"/>
                  </a:cubicBezTo>
                  <a:cubicBezTo>
                    <a:pt x="121" y="17"/>
                    <a:pt x="121" y="17"/>
                    <a:pt x="121" y="17"/>
                  </a:cubicBezTo>
                  <a:cubicBezTo>
                    <a:pt x="124" y="18"/>
                    <a:pt x="127" y="21"/>
                    <a:pt x="127" y="24"/>
                  </a:cubicBezTo>
                  <a:cubicBezTo>
                    <a:pt x="135" y="114"/>
                    <a:pt x="135" y="114"/>
                    <a:pt x="135" y="114"/>
                  </a:cubicBezTo>
                  <a:cubicBezTo>
                    <a:pt x="136" y="119"/>
                    <a:pt x="132" y="123"/>
                    <a:pt x="128" y="123"/>
                  </a:cubicBezTo>
                  <a:cubicBezTo>
                    <a:pt x="127" y="123"/>
                    <a:pt x="127" y="123"/>
                    <a:pt x="126" y="123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9" name="iṧļíḓê">
              <a:extLst>
                <a:ext uri="{FF2B5EF4-FFF2-40B4-BE49-F238E27FC236}">
                  <a16:creationId xmlns:a16="http://schemas.microsoft.com/office/drawing/2014/main" id="{F503A218-2D37-4ED9-8E4A-623CDE78E432}"/>
                </a:ext>
              </a:extLst>
            </p:cNvPr>
            <p:cNvSpPr/>
            <p:nvPr/>
          </p:nvSpPr>
          <p:spPr bwMode="auto">
            <a:xfrm>
              <a:off x="6545457" y="2225715"/>
              <a:ext cx="515404" cy="450471"/>
            </a:xfrm>
            <a:custGeom>
              <a:avLst/>
              <a:gdLst>
                <a:gd name="T0" fmla="*/ 114 w 122"/>
                <a:gd name="T1" fmla="*/ 107 h 107"/>
                <a:gd name="T2" fmla="*/ 14 w 122"/>
                <a:gd name="T3" fmla="*/ 92 h 107"/>
                <a:gd name="T4" fmla="*/ 8 w 122"/>
                <a:gd name="T5" fmla="*/ 85 h 107"/>
                <a:gd name="T6" fmla="*/ 0 w 122"/>
                <a:gd name="T7" fmla="*/ 7 h 107"/>
                <a:gd name="T8" fmla="*/ 7 w 122"/>
                <a:gd name="T9" fmla="*/ 0 h 107"/>
                <a:gd name="T10" fmla="*/ 8 w 122"/>
                <a:gd name="T11" fmla="*/ 0 h 107"/>
                <a:gd name="T12" fmla="*/ 108 w 122"/>
                <a:gd name="T13" fmla="*/ 15 h 107"/>
                <a:gd name="T14" fmla="*/ 115 w 122"/>
                <a:gd name="T15" fmla="*/ 21 h 107"/>
                <a:gd name="T16" fmla="*/ 122 w 122"/>
                <a:gd name="T17" fmla="*/ 99 h 107"/>
                <a:gd name="T18" fmla="*/ 116 w 122"/>
                <a:gd name="T19" fmla="*/ 107 h 107"/>
                <a:gd name="T20" fmla="*/ 114 w 122"/>
                <a:gd name="T21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2" h="107">
                  <a:moveTo>
                    <a:pt x="114" y="107"/>
                  </a:moveTo>
                  <a:cubicBezTo>
                    <a:pt x="14" y="92"/>
                    <a:pt x="14" y="92"/>
                    <a:pt x="14" y="92"/>
                  </a:cubicBezTo>
                  <a:cubicBezTo>
                    <a:pt x="10" y="91"/>
                    <a:pt x="8" y="89"/>
                    <a:pt x="8" y="85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8" y="0"/>
                    <a:pt x="8" y="0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12" y="15"/>
                    <a:pt x="114" y="18"/>
                    <a:pt x="115" y="21"/>
                  </a:cubicBezTo>
                  <a:cubicBezTo>
                    <a:pt x="122" y="99"/>
                    <a:pt x="122" y="99"/>
                    <a:pt x="122" y="99"/>
                  </a:cubicBezTo>
                  <a:cubicBezTo>
                    <a:pt x="122" y="103"/>
                    <a:pt x="119" y="106"/>
                    <a:pt x="116" y="107"/>
                  </a:cubicBezTo>
                  <a:cubicBezTo>
                    <a:pt x="115" y="107"/>
                    <a:pt x="114" y="107"/>
                    <a:pt x="114" y="10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0" name="îş1íde">
              <a:extLst>
                <a:ext uri="{FF2B5EF4-FFF2-40B4-BE49-F238E27FC236}">
                  <a16:creationId xmlns:a16="http://schemas.microsoft.com/office/drawing/2014/main" id="{BF79F27E-B168-45EA-954A-CE37B2441071}"/>
                </a:ext>
              </a:extLst>
            </p:cNvPr>
            <p:cNvSpPr/>
            <p:nvPr/>
          </p:nvSpPr>
          <p:spPr bwMode="auto">
            <a:xfrm>
              <a:off x="6561690" y="2633575"/>
              <a:ext cx="655416" cy="135954"/>
            </a:xfrm>
            <a:custGeom>
              <a:avLst/>
              <a:gdLst>
                <a:gd name="T0" fmla="*/ 6 w 155"/>
                <a:gd name="T1" fmla="*/ 0 h 32"/>
                <a:gd name="T2" fmla="*/ 151 w 155"/>
                <a:gd name="T3" fmla="*/ 22 h 32"/>
                <a:gd name="T4" fmla="*/ 155 w 155"/>
                <a:gd name="T5" fmla="*/ 27 h 32"/>
                <a:gd name="T6" fmla="*/ 155 w 155"/>
                <a:gd name="T7" fmla="*/ 27 h 32"/>
                <a:gd name="T8" fmla="*/ 155 w 155"/>
                <a:gd name="T9" fmla="*/ 27 h 32"/>
                <a:gd name="T10" fmla="*/ 149 w 155"/>
                <a:gd name="T11" fmla="*/ 32 h 32"/>
                <a:gd name="T12" fmla="*/ 149 w 155"/>
                <a:gd name="T13" fmla="*/ 32 h 32"/>
                <a:gd name="T14" fmla="*/ 5 w 155"/>
                <a:gd name="T15" fmla="*/ 10 h 32"/>
                <a:gd name="T16" fmla="*/ 1 w 155"/>
                <a:gd name="T17" fmla="*/ 4 h 32"/>
                <a:gd name="T18" fmla="*/ 1 w 155"/>
                <a:gd name="T19" fmla="*/ 4 h 32"/>
                <a:gd name="T20" fmla="*/ 1 w 155"/>
                <a:gd name="T21" fmla="*/ 4 h 32"/>
                <a:gd name="T22" fmla="*/ 6 w 155"/>
                <a:gd name="T23" fmla="*/ 0 h 32"/>
                <a:gd name="T24" fmla="*/ 6 w 155"/>
                <a:gd name="T2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5" h="32">
                  <a:moveTo>
                    <a:pt x="6" y="0"/>
                  </a:moveTo>
                  <a:cubicBezTo>
                    <a:pt x="151" y="22"/>
                    <a:pt x="151" y="22"/>
                    <a:pt x="151" y="22"/>
                  </a:cubicBezTo>
                  <a:cubicBezTo>
                    <a:pt x="153" y="22"/>
                    <a:pt x="155" y="25"/>
                    <a:pt x="155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30"/>
                    <a:pt x="152" y="32"/>
                    <a:pt x="149" y="32"/>
                  </a:cubicBezTo>
                  <a:cubicBezTo>
                    <a:pt x="149" y="32"/>
                    <a:pt x="149" y="32"/>
                    <a:pt x="149" y="32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2" y="10"/>
                    <a:pt x="0" y="7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2"/>
                    <a:pt x="4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1" name="íṩḷíḑê">
              <a:extLst>
                <a:ext uri="{FF2B5EF4-FFF2-40B4-BE49-F238E27FC236}">
                  <a16:creationId xmlns:a16="http://schemas.microsoft.com/office/drawing/2014/main" id="{A93D7675-E632-40CF-9875-E60416AE2E25}"/>
                </a:ext>
              </a:extLst>
            </p:cNvPr>
            <p:cNvSpPr/>
            <p:nvPr/>
          </p:nvSpPr>
          <p:spPr bwMode="auto">
            <a:xfrm>
              <a:off x="6831567" y="2672128"/>
              <a:ext cx="531637" cy="117691"/>
            </a:xfrm>
            <a:custGeom>
              <a:avLst/>
              <a:gdLst>
                <a:gd name="T0" fmla="*/ 6 w 126"/>
                <a:gd name="T1" fmla="*/ 1 h 28"/>
                <a:gd name="T2" fmla="*/ 122 w 126"/>
                <a:gd name="T3" fmla="*/ 18 h 28"/>
                <a:gd name="T4" fmla="*/ 125 w 126"/>
                <a:gd name="T5" fmla="*/ 23 h 28"/>
                <a:gd name="T6" fmla="*/ 125 w 126"/>
                <a:gd name="T7" fmla="*/ 24 h 28"/>
                <a:gd name="T8" fmla="*/ 120 w 126"/>
                <a:gd name="T9" fmla="*/ 28 h 28"/>
                <a:gd name="T10" fmla="*/ 4 w 126"/>
                <a:gd name="T11" fmla="*/ 10 h 28"/>
                <a:gd name="T12" fmla="*/ 0 w 126"/>
                <a:gd name="T13" fmla="*/ 5 h 28"/>
                <a:gd name="T14" fmla="*/ 1 w 126"/>
                <a:gd name="T15" fmla="*/ 4 h 28"/>
                <a:gd name="T16" fmla="*/ 6 w 126"/>
                <a:gd name="T17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28">
                  <a:moveTo>
                    <a:pt x="6" y="1"/>
                  </a:moveTo>
                  <a:cubicBezTo>
                    <a:pt x="122" y="18"/>
                    <a:pt x="122" y="18"/>
                    <a:pt x="122" y="18"/>
                  </a:cubicBezTo>
                  <a:cubicBezTo>
                    <a:pt x="124" y="18"/>
                    <a:pt x="126" y="21"/>
                    <a:pt x="125" y="23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25" y="26"/>
                    <a:pt x="123" y="28"/>
                    <a:pt x="120" y="28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2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2" name="iṣlíďê">
              <a:extLst>
                <a:ext uri="{FF2B5EF4-FFF2-40B4-BE49-F238E27FC236}">
                  <a16:creationId xmlns:a16="http://schemas.microsoft.com/office/drawing/2014/main" id="{14F2AC9F-3513-41C2-86A8-6BD7B6151E99}"/>
                </a:ext>
              </a:extLst>
            </p:cNvPr>
            <p:cNvSpPr/>
            <p:nvPr/>
          </p:nvSpPr>
          <p:spPr bwMode="auto">
            <a:xfrm>
              <a:off x="6831567" y="2672128"/>
              <a:ext cx="531637" cy="117691"/>
            </a:xfrm>
            <a:custGeom>
              <a:avLst/>
              <a:gdLst>
                <a:gd name="T0" fmla="*/ 6 w 126"/>
                <a:gd name="T1" fmla="*/ 1 h 28"/>
                <a:gd name="T2" fmla="*/ 122 w 126"/>
                <a:gd name="T3" fmla="*/ 18 h 28"/>
                <a:gd name="T4" fmla="*/ 125 w 126"/>
                <a:gd name="T5" fmla="*/ 23 h 28"/>
                <a:gd name="T6" fmla="*/ 125 w 126"/>
                <a:gd name="T7" fmla="*/ 24 h 28"/>
                <a:gd name="T8" fmla="*/ 120 w 126"/>
                <a:gd name="T9" fmla="*/ 28 h 28"/>
                <a:gd name="T10" fmla="*/ 4 w 126"/>
                <a:gd name="T11" fmla="*/ 10 h 28"/>
                <a:gd name="T12" fmla="*/ 0 w 126"/>
                <a:gd name="T13" fmla="*/ 5 h 28"/>
                <a:gd name="T14" fmla="*/ 1 w 126"/>
                <a:gd name="T15" fmla="*/ 4 h 28"/>
                <a:gd name="T16" fmla="*/ 6 w 126"/>
                <a:gd name="T17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28">
                  <a:moveTo>
                    <a:pt x="6" y="1"/>
                  </a:moveTo>
                  <a:cubicBezTo>
                    <a:pt x="122" y="18"/>
                    <a:pt x="122" y="18"/>
                    <a:pt x="122" y="18"/>
                  </a:cubicBezTo>
                  <a:cubicBezTo>
                    <a:pt x="124" y="18"/>
                    <a:pt x="126" y="21"/>
                    <a:pt x="125" y="23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25" y="26"/>
                    <a:pt x="123" y="28"/>
                    <a:pt x="120" y="28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2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3" name="ís1ïdè">
              <a:extLst>
                <a:ext uri="{FF2B5EF4-FFF2-40B4-BE49-F238E27FC236}">
                  <a16:creationId xmlns:a16="http://schemas.microsoft.com/office/drawing/2014/main" id="{325D0743-38DA-47EA-B75F-704FA1F508BB}"/>
                </a:ext>
              </a:extLst>
            </p:cNvPr>
            <p:cNvSpPr/>
            <p:nvPr/>
          </p:nvSpPr>
          <p:spPr bwMode="auto">
            <a:xfrm>
              <a:off x="3976555" y="2992733"/>
              <a:ext cx="675707" cy="515404"/>
            </a:xfrm>
            <a:custGeom>
              <a:avLst/>
              <a:gdLst>
                <a:gd name="T0" fmla="*/ 155 w 160"/>
                <a:gd name="T1" fmla="*/ 84 h 122"/>
                <a:gd name="T2" fmla="*/ 58 w 160"/>
                <a:gd name="T3" fmla="*/ 121 h 122"/>
                <a:gd name="T4" fmla="*/ 49 w 160"/>
                <a:gd name="T5" fmla="*/ 118 h 122"/>
                <a:gd name="T6" fmla="*/ 2 w 160"/>
                <a:gd name="T7" fmla="*/ 49 h 122"/>
                <a:gd name="T8" fmla="*/ 4 w 160"/>
                <a:gd name="T9" fmla="*/ 39 h 122"/>
                <a:gd name="T10" fmla="*/ 6 w 160"/>
                <a:gd name="T11" fmla="*/ 38 h 122"/>
                <a:gd name="T12" fmla="*/ 102 w 160"/>
                <a:gd name="T13" fmla="*/ 1 h 122"/>
                <a:gd name="T14" fmla="*/ 111 w 160"/>
                <a:gd name="T15" fmla="*/ 4 h 122"/>
                <a:gd name="T16" fmla="*/ 158 w 160"/>
                <a:gd name="T17" fmla="*/ 73 h 122"/>
                <a:gd name="T18" fmla="*/ 156 w 160"/>
                <a:gd name="T19" fmla="*/ 83 h 122"/>
                <a:gd name="T20" fmla="*/ 155 w 160"/>
                <a:gd name="T21" fmla="*/ 8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0" h="122">
                  <a:moveTo>
                    <a:pt x="155" y="84"/>
                  </a:moveTo>
                  <a:cubicBezTo>
                    <a:pt x="58" y="121"/>
                    <a:pt x="58" y="121"/>
                    <a:pt x="58" y="121"/>
                  </a:cubicBezTo>
                  <a:cubicBezTo>
                    <a:pt x="55" y="122"/>
                    <a:pt x="51" y="121"/>
                    <a:pt x="49" y="11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0" y="46"/>
                    <a:pt x="1" y="41"/>
                    <a:pt x="4" y="39"/>
                  </a:cubicBezTo>
                  <a:cubicBezTo>
                    <a:pt x="5" y="38"/>
                    <a:pt x="5" y="38"/>
                    <a:pt x="6" y="38"/>
                  </a:cubicBezTo>
                  <a:cubicBezTo>
                    <a:pt x="102" y="1"/>
                    <a:pt x="102" y="1"/>
                    <a:pt x="102" y="1"/>
                  </a:cubicBezTo>
                  <a:cubicBezTo>
                    <a:pt x="106" y="0"/>
                    <a:pt x="109" y="1"/>
                    <a:pt x="111" y="4"/>
                  </a:cubicBezTo>
                  <a:cubicBezTo>
                    <a:pt x="158" y="73"/>
                    <a:pt x="158" y="73"/>
                    <a:pt x="158" y="73"/>
                  </a:cubicBezTo>
                  <a:cubicBezTo>
                    <a:pt x="160" y="76"/>
                    <a:pt x="159" y="81"/>
                    <a:pt x="156" y="83"/>
                  </a:cubicBezTo>
                  <a:cubicBezTo>
                    <a:pt x="156" y="84"/>
                    <a:pt x="155" y="84"/>
                    <a:pt x="155" y="84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4" name="ïṣḷiďè">
              <a:extLst>
                <a:ext uri="{FF2B5EF4-FFF2-40B4-BE49-F238E27FC236}">
                  <a16:creationId xmlns:a16="http://schemas.microsoft.com/office/drawing/2014/main" id="{13975151-69B0-4518-AA25-0D1CBD0906AB}"/>
                </a:ext>
              </a:extLst>
            </p:cNvPr>
            <p:cNvSpPr/>
            <p:nvPr/>
          </p:nvSpPr>
          <p:spPr bwMode="auto">
            <a:xfrm>
              <a:off x="4004963" y="3013025"/>
              <a:ext cx="608745" cy="456559"/>
            </a:xfrm>
            <a:custGeom>
              <a:avLst/>
              <a:gdLst>
                <a:gd name="T0" fmla="*/ 139 w 144"/>
                <a:gd name="T1" fmla="*/ 73 h 108"/>
                <a:gd name="T2" fmla="*/ 51 w 144"/>
                <a:gd name="T3" fmla="*/ 106 h 108"/>
                <a:gd name="T4" fmla="*/ 43 w 144"/>
                <a:gd name="T5" fmla="*/ 104 h 108"/>
                <a:gd name="T6" fmla="*/ 2 w 144"/>
                <a:gd name="T7" fmla="*/ 44 h 108"/>
                <a:gd name="T8" fmla="*/ 4 w 144"/>
                <a:gd name="T9" fmla="*/ 35 h 108"/>
                <a:gd name="T10" fmla="*/ 5 w 144"/>
                <a:gd name="T11" fmla="*/ 35 h 108"/>
                <a:gd name="T12" fmla="*/ 93 w 144"/>
                <a:gd name="T13" fmla="*/ 2 h 108"/>
                <a:gd name="T14" fmla="*/ 101 w 144"/>
                <a:gd name="T15" fmla="*/ 4 h 108"/>
                <a:gd name="T16" fmla="*/ 142 w 144"/>
                <a:gd name="T17" fmla="*/ 64 h 108"/>
                <a:gd name="T18" fmla="*/ 140 w 144"/>
                <a:gd name="T19" fmla="*/ 73 h 108"/>
                <a:gd name="T20" fmla="*/ 139 w 144"/>
                <a:gd name="T21" fmla="*/ 7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4" h="108">
                  <a:moveTo>
                    <a:pt x="139" y="73"/>
                  </a:moveTo>
                  <a:cubicBezTo>
                    <a:pt x="51" y="106"/>
                    <a:pt x="51" y="106"/>
                    <a:pt x="51" y="106"/>
                  </a:cubicBezTo>
                  <a:cubicBezTo>
                    <a:pt x="48" y="108"/>
                    <a:pt x="45" y="107"/>
                    <a:pt x="43" y="10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0" y="42"/>
                    <a:pt x="1" y="37"/>
                    <a:pt x="4" y="35"/>
                  </a:cubicBezTo>
                  <a:cubicBezTo>
                    <a:pt x="4" y="35"/>
                    <a:pt x="5" y="35"/>
                    <a:pt x="5" y="35"/>
                  </a:cubicBezTo>
                  <a:cubicBezTo>
                    <a:pt x="93" y="2"/>
                    <a:pt x="93" y="2"/>
                    <a:pt x="93" y="2"/>
                  </a:cubicBezTo>
                  <a:cubicBezTo>
                    <a:pt x="96" y="0"/>
                    <a:pt x="99" y="1"/>
                    <a:pt x="101" y="4"/>
                  </a:cubicBezTo>
                  <a:cubicBezTo>
                    <a:pt x="142" y="64"/>
                    <a:pt x="142" y="64"/>
                    <a:pt x="142" y="64"/>
                  </a:cubicBezTo>
                  <a:cubicBezTo>
                    <a:pt x="144" y="67"/>
                    <a:pt x="143" y="71"/>
                    <a:pt x="140" y="73"/>
                  </a:cubicBezTo>
                  <a:cubicBezTo>
                    <a:pt x="140" y="73"/>
                    <a:pt x="139" y="73"/>
                    <a:pt x="139" y="73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5" name="îSlîḓé">
              <a:extLst>
                <a:ext uri="{FF2B5EF4-FFF2-40B4-BE49-F238E27FC236}">
                  <a16:creationId xmlns:a16="http://schemas.microsoft.com/office/drawing/2014/main" id="{DDA23132-0B5C-4BFD-BD1C-F8CC85716D7B}"/>
                </a:ext>
              </a:extLst>
            </p:cNvPr>
            <p:cNvSpPr/>
            <p:nvPr/>
          </p:nvSpPr>
          <p:spPr bwMode="auto">
            <a:xfrm>
              <a:off x="4203820" y="3282902"/>
              <a:ext cx="578308" cy="245528"/>
            </a:xfrm>
            <a:custGeom>
              <a:avLst/>
              <a:gdLst>
                <a:gd name="T0" fmla="*/ 4 w 137"/>
                <a:gd name="T1" fmla="*/ 48 h 58"/>
                <a:gd name="T2" fmla="*/ 130 w 137"/>
                <a:gd name="T3" fmla="*/ 1 h 58"/>
                <a:gd name="T4" fmla="*/ 136 w 137"/>
                <a:gd name="T5" fmla="*/ 3 h 58"/>
                <a:gd name="T6" fmla="*/ 136 w 137"/>
                <a:gd name="T7" fmla="*/ 3 h 58"/>
                <a:gd name="T8" fmla="*/ 133 w 137"/>
                <a:gd name="T9" fmla="*/ 9 h 58"/>
                <a:gd name="T10" fmla="*/ 7 w 137"/>
                <a:gd name="T11" fmla="*/ 57 h 58"/>
                <a:gd name="T12" fmla="*/ 1 w 137"/>
                <a:gd name="T13" fmla="*/ 54 h 58"/>
                <a:gd name="T14" fmla="*/ 1 w 137"/>
                <a:gd name="T15" fmla="*/ 54 h 58"/>
                <a:gd name="T16" fmla="*/ 1 w 137"/>
                <a:gd name="T17" fmla="*/ 54 h 58"/>
                <a:gd name="T18" fmla="*/ 4 w 137"/>
                <a:gd name="T19" fmla="*/ 48 h 58"/>
                <a:gd name="T20" fmla="*/ 4 w 137"/>
                <a:gd name="T21" fmla="*/ 4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7" h="58">
                  <a:moveTo>
                    <a:pt x="4" y="48"/>
                  </a:moveTo>
                  <a:cubicBezTo>
                    <a:pt x="130" y="1"/>
                    <a:pt x="130" y="1"/>
                    <a:pt x="130" y="1"/>
                  </a:cubicBezTo>
                  <a:cubicBezTo>
                    <a:pt x="133" y="0"/>
                    <a:pt x="135" y="1"/>
                    <a:pt x="136" y="3"/>
                  </a:cubicBezTo>
                  <a:cubicBezTo>
                    <a:pt x="136" y="3"/>
                    <a:pt x="136" y="3"/>
                    <a:pt x="136" y="3"/>
                  </a:cubicBezTo>
                  <a:cubicBezTo>
                    <a:pt x="137" y="6"/>
                    <a:pt x="136" y="8"/>
                    <a:pt x="133" y="9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5" y="58"/>
                    <a:pt x="2" y="57"/>
                    <a:pt x="1" y="54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0" y="52"/>
                    <a:pt x="2" y="49"/>
                    <a:pt x="4" y="48"/>
                  </a:cubicBezTo>
                  <a:cubicBezTo>
                    <a:pt x="4" y="48"/>
                    <a:pt x="4" y="48"/>
                    <a:pt x="4" y="48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6" name="iṧliḍè">
              <a:extLst>
                <a:ext uri="{FF2B5EF4-FFF2-40B4-BE49-F238E27FC236}">
                  <a16:creationId xmlns:a16="http://schemas.microsoft.com/office/drawing/2014/main" id="{D6BC2DCB-B914-43B4-96C9-EC34F60F7DF2}"/>
                </a:ext>
              </a:extLst>
            </p:cNvPr>
            <p:cNvSpPr/>
            <p:nvPr/>
          </p:nvSpPr>
          <p:spPr bwMode="auto">
            <a:xfrm>
              <a:off x="4441229" y="3232173"/>
              <a:ext cx="466704" cy="206973"/>
            </a:xfrm>
            <a:custGeom>
              <a:avLst/>
              <a:gdLst>
                <a:gd name="T0" fmla="*/ 3 w 111"/>
                <a:gd name="T1" fmla="*/ 39 h 49"/>
                <a:gd name="T2" fmla="*/ 105 w 111"/>
                <a:gd name="T3" fmla="*/ 1 h 49"/>
                <a:gd name="T4" fmla="*/ 110 w 111"/>
                <a:gd name="T5" fmla="*/ 3 h 49"/>
                <a:gd name="T6" fmla="*/ 110 w 111"/>
                <a:gd name="T7" fmla="*/ 4 h 49"/>
                <a:gd name="T8" fmla="*/ 108 w 111"/>
                <a:gd name="T9" fmla="*/ 10 h 49"/>
                <a:gd name="T10" fmla="*/ 6 w 111"/>
                <a:gd name="T11" fmla="*/ 48 h 49"/>
                <a:gd name="T12" fmla="*/ 1 w 111"/>
                <a:gd name="T13" fmla="*/ 46 h 49"/>
                <a:gd name="T14" fmla="*/ 1 w 111"/>
                <a:gd name="T15" fmla="*/ 45 h 49"/>
                <a:gd name="T16" fmla="*/ 3 w 111"/>
                <a:gd name="T17" fmla="*/ 3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49">
                  <a:moveTo>
                    <a:pt x="3" y="39"/>
                  </a:moveTo>
                  <a:cubicBezTo>
                    <a:pt x="105" y="1"/>
                    <a:pt x="105" y="1"/>
                    <a:pt x="105" y="1"/>
                  </a:cubicBezTo>
                  <a:cubicBezTo>
                    <a:pt x="107" y="0"/>
                    <a:pt x="109" y="1"/>
                    <a:pt x="110" y="3"/>
                  </a:cubicBezTo>
                  <a:cubicBezTo>
                    <a:pt x="110" y="4"/>
                    <a:pt x="110" y="4"/>
                    <a:pt x="110" y="4"/>
                  </a:cubicBezTo>
                  <a:cubicBezTo>
                    <a:pt x="111" y="6"/>
                    <a:pt x="110" y="9"/>
                    <a:pt x="108" y="10"/>
                  </a:cubicBezTo>
                  <a:cubicBezTo>
                    <a:pt x="6" y="48"/>
                    <a:pt x="6" y="48"/>
                    <a:pt x="6" y="48"/>
                  </a:cubicBezTo>
                  <a:cubicBezTo>
                    <a:pt x="4" y="49"/>
                    <a:pt x="2" y="48"/>
                    <a:pt x="1" y="46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0" y="43"/>
                    <a:pt x="1" y="40"/>
                    <a:pt x="3" y="39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7" name="iśľïdé">
              <a:extLst>
                <a:ext uri="{FF2B5EF4-FFF2-40B4-BE49-F238E27FC236}">
                  <a16:creationId xmlns:a16="http://schemas.microsoft.com/office/drawing/2014/main" id="{333ABD61-E015-44E3-9D18-8B6EE6D36838}"/>
                </a:ext>
              </a:extLst>
            </p:cNvPr>
            <p:cNvSpPr/>
            <p:nvPr/>
          </p:nvSpPr>
          <p:spPr bwMode="auto">
            <a:xfrm>
              <a:off x="4441229" y="3232173"/>
              <a:ext cx="466704" cy="206973"/>
            </a:xfrm>
            <a:custGeom>
              <a:avLst/>
              <a:gdLst>
                <a:gd name="T0" fmla="*/ 3 w 111"/>
                <a:gd name="T1" fmla="*/ 39 h 49"/>
                <a:gd name="T2" fmla="*/ 105 w 111"/>
                <a:gd name="T3" fmla="*/ 1 h 49"/>
                <a:gd name="T4" fmla="*/ 110 w 111"/>
                <a:gd name="T5" fmla="*/ 3 h 49"/>
                <a:gd name="T6" fmla="*/ 110 w 111"/>
                <a:gd name="T7" fmla="*/ 4 h 49"/>
                <a:gd name="T8" fmla="*/ 108 w 111"/>
                <a:gd name="T9" fmla="*/ 10 h 49"/>
                <a:gd name="T10" fmla="*/ 6 w 111"/>
                <a:gd name="T11" fmla="*/ 48 h 49"/>
                <a:gd name="T12" fmla="*/ 1 w 111"/>
                <a:gd name="T13" fmla="*/ 46 h 49"/>
                <a:gd name="T14" fmla="*/ 1 w 111"/>
                <a:gd name="T15" fmla="*/ 45 h 49"/>
                <a:gd name="T16" fmla="*/ 3 w 111"/>
                <a:gd name="T17" fmla="*/ 3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49">
                  <a:moveTo>
                    <a:pt x="3" y="39"/>
                  </a:moveTo>
                  <a:cubicBezTo>
                    <a:pt x="105" y="1"/>
                    <a:pt x="105" y="1"/>
                    <a:pt x="105" y="1"/>
                  </a:cubicBezTo>
                  <a:cubicBezTo>
                    <a:pt x="107" y="0"/>
                    <a:pt x="109" y="1"/>
                    <a:pt x="110" y="3"/>
                  </a:cubicBezTo>
                  <a:cubicBezTo>
                    <a:pt x="110" y="4"/>
                    <a:pt x="110" y="4"/>
                    <a:pt x="110" y="4"/>
                  </a:cubicBezTo>
                  <a:cubicBezTo>
                    <a:pt x="111" y="6"/>
                    <a:pt x="110" y="9"/>
                    <a:pt x="108" y="10"/>
                  </a:cubicBezTo>
                  <a:cubicBezTo>
                    <a:pt x="6" y="48"/>
                    <a:pt x="6" y="48"/>
                    <a:pt x="6" y="48"/>
                  </a:cubicBezTo>
                  <a:cubicBezTo>
                    <a:pt x="4" y="49"/>
                    <a:pt x="2" y="48"/>
                    <a:pt x="1" y="46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0" y="43"/>
                    <a:pt x="1" y="40"/>
                    <a:pt x="3" y="39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8" name="íšḻïḋé">
              <a:extLst>
                <a:ext uri="{FF2B5EF4-FFF2-40B4-BE49-F238E27FC236}">
                  <a16:creationId xmlns:a16="http://schemas.microsoft.com/office/drawing/2014/main" id="{A846F0E7-A6A7-48AA-81DF-1E3E9B3EFF1D}"/>
                </a:ext>
              </a:extLst>
            </p:cNvPr>
            <p:cNvSpPr/>
            <p:nvPr/>
          </p:nvSpPr>
          <p:spPr bwMode="auto">
            <a:xfrm>
              <a:off x="4508192" y="3524370"/>
              <a:ext cx="728465" cy="1290539"/>
            </a:xfrm>
            <a:custGeom>
              <a:avLst/>
              <a:gdLst>
                <a:gd name="T0" fmla="*/ 25 w 173"/>
                <a:gd name="T1" fmla="*/ 11 h 306"/>
                <a:gd name="T2" fmla="*/ 121 w 173"/>
                <a:gd name="T3" fmla="*/ 2 h 306"/>
                <a:gd name="T4" fmla="*/ 149 w 173"/>
                <a:gd name="T5" fmla="*/ 25 h 306"/>
                <a:gd name="T6" fmla="*/ 172 w 173"/>
                <a:gd name="T7" fmla="*/ 267 h 306"/>
                <a:gd name="T8" fmla="*/ 149 w 173"/>
                <a:gd name="T9" fmla="*/ 296 h 306"/>
                <a:gd name="T10" fmla="*/ 53 w 173"/>
                <a:gd name="T11" fmla="*/ 305 h 306"/>
                <a:gd name="T12" fmla="*/ 25 w 173"/>
                <a:gd name="T13" fmla="*/ 281 h 306"/>
                <a:gd name="T14" fmla="*/ 2 w 173"/>
                <a:gd name="T15" fmla="*/ 39 h 306"/>
                <a:gd name="T16" fmla="*/ 25 w 173"/>
                <a:gd name="T17" fmla="*/ 1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3" h="306">
                  <a:moveTo>
                    <a:pt x="25" y="11"/>
                  </a:moveTo>
                  <a:cubicBezTo>
                    <a:pt x="121" y="2"/>
                    <a:pt x="121" y="2"/>
                    <a:pt x="121" y="2"/>
                  </a:cubicBezTo>
                  <a:cubicBezTo>
                    <a:pt x="135" y="0"/>
                    <a:pt x="148" y="11"/>
                    <a:pt x="149" y="25"/>
                  </a:cubicBezTo>
                  <a:cubicBezTo>
                    <a:pt x="172" y="267"/>
                    <a:pt x="172" y="267"/>
                    <a:pt x="172" y="267"/>
                  </a:cubicBezTo>
                  <a:cubicBezTo>
                    <a:pt x="173" y="281"/>
                    <a:pt x="163" y="294"/>
                    <a:pt x="149" y="296"/>
                  </a:cubicBezTo>
                  <a:cubicBezTo>
                    <a:pt x="53" y="305"/>
                    <a:pt x="53" y="305"/>
                    <a:pt x="53" y="305"/>
                  </a:cubicBezTo>
                  <a:cubicBezTo>
                    <a:pt x="39" y="306"/>
                    <a:pt x="26" y="295"/>
                    <a:pt x="25" y="28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0" y="25"/>
                    <a:pt x="11" y="12"/>
                    <a:pt x="25" y="11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9" name="ïṣḻïḍè">
              <a:extLst>
                <a:ext uri="{FF2B5EF4-FFF2-40B4-BE49-F238E27FC236}">
                  <a16:creationId xmlns:a16="http://schemas.microsoft.com/office/drawing/2014/main" id="{45B26B31-6D3A-4F10-90A1-AFA76FE2B18E}"/>
                </a:ext>
              </a:extLst>
            </p:cNvPr>
            <p:cNvSpPr/>
            <p:nvPr/>
          </p:nvSpPr>
          <p:spPr bwMode="auto">
            <a:xfrm>
              <a:off x="4508192" y="3524370"/>
              <a:ext cx="728465" cy="1290539"/>
            </a:xfrm>
            <a:custGeom>
              <a:avLst/>
              <a:gdLst>
                <a:gd name="T0" fmla="*/ 25 w 173"/>
                <a:gd name="T1" fmla="*/ 11 h 306"/>
                <a:gd name="T2" fmla="*/ 121 w 173"/>
                <a:gd name="T3" fmla="*/ 2 h 306"/>
                <a:gd name="T4" fmla="*/ 149 w 173"/>
                <a:gd name="T5" fmla="*/ 25 h 306"/>
                <a:gd name="T6" fmla="*/ 172 w 173"/>
                <a:gd name="T7" fmla="*/ 267 h 306"/>
                <a:gd name="T8" fmla="*/ 149 w 173"/>
                <a:gd name="T9" fmla="*/ 296 h 306"/>
                <a:gd name="T10" fmla="*/ 53 w 173"/>
                <a:gd name="T11" fmla="*/ 305 h 306"/>
                <a:gd name="T12" fmla="*/ 25 w 173"/>
                <a:gd name="T13" fmla="*/ 281 h 306"/>
                <a:gd name="T14" fmla="*/ 2 w 173"/>
                <a:gd name="T15" fmla="*/ 39 h 306"/>
                <a:gd name="T16" fmla="*/ 25 w 173"/>
                <a:gd name="T17" fmla="*/ 1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3" h="306">
                  <a:moveTo>
                    <a:pt x="25" y="11"/>
                  </a:moveTo>
                  <a:cubicBezTo>
                    <a:pt x="121" y="2"/>
                    <a:pt x="121" y="2"/>
                    <a:pt x="121" y="2"/>
                  </a:cubicBezTo>
                  <a:cubicBezTo>
                    <a:pt x="135" y="0"/>
                    <a:pt x="148" y="11"/>
                    <a:pt x="149" y="25"/>
                  </a:cubicBezTo>
                  <a:cubicBezTo>
                    <a:pt x="172" y="267"/>
                    <a:pt x="172" y="267"/>
                    <a:pt x="172" y="267"/>
                  </a:cubicBezTo>
                  <a:cubicBezTo>
                    <a:pt x="173" y="281"/>
                    <a:pt x="163" y="294"/>
                    <a:pt x="149" y="296"/>
                  </a:cubicBezTo>
                  <a:cubicBezTo>
                    <a:pt x="53" y="305"/>
                    <a:pt x="53" y="305"/>
                    <a:pt x="53" y="305"/>
                  </a:cubicBezTo>
                  <a:cubicBezTo>
                    <a:pt x="39" y="306"/>
                    <a:pt x="26" y="295"/>
                    <a:pt x="25" y="28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0" y="25"/>
                    <a:pt x="11" y="12"/>
                    <a:pt x="25" y="1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" name="íṩľiďé">
              <a:extLst>
                <a:ext uri="{FF2B5EF4-FFF2-40B4-BE49-F238E27FC236}">
                  <a16:creationId xmlns:a16="http://schemas.microsoft.com/office/drawing/2014/main" id="{D47F84CD-F14F-4BDA-9E07-FD9C67C1B453}"/>
                </a:ext>
              </a:extLst>
            </p:cNvPr>
            <p:cNvSpPr/>
            <p:nvPr/>
          </p:nvSpPr>
          <p:spPr bwMode="auto">
            <a:xfrm>
              <a:off x="4508192" y="3524370"/>
              <a:ext cx="728465" cy="1260102"/>
            </a:xfrm>
            <a:custGeom>
              <a:avLst/>
              <a:gdLst>
                <a:gd name="T0" fmla="*/ 25 w 173"/>
                <a:gd name="T1" fmla="*/ 10 h 299"/>
                <a:gd name="T2" fmla="*/ 121 w 173"/>
                <a:gd name="T3" fmla="*/ 1 h 299"/>
                <a:gd name="T4" fmla="*/ 149 w 173"/>
                <a:gd name="T5" fmla="*/ 25 h 299"/>
                <a:gd name="T6" fmla="*/ 172 w 173"/>
                <a:gd name="T7" fmla="*/ 261 h 299"/>
                <a:gd name="T8" fmla="*/ 148 w 173"/>
                <a:gd name="T9" fmla="*/ 289 h 299"/>
                <a:gd name="T10" fmla="*/ 52 w 173"/>
                <a:gd name="T11" fmla="*/ 298 h 299"/>
                <a:gd name="T12" fmla="*/ 24 w 173"/>
                <a:gd name="T13" fmla="*/ 275 h 299"/>
                <a:gd name="T14" fmla="*/ 2 w 173"/>
                <a:gd name="T15" fmla="*/ 39 h 299"/>
                <a:gd name="T16" fmla="*/ 25 w 173"/>
                <a:gd name="T17" fmla="*/ 1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3" h="299">
                  <a:moveTo>
                    <a:pt x="25" y="10"/>
                  </a:moveTo>
                  <a:cubicBezTo>
                    <a:pt x="121" y="1"/>
                    <a:pt x="121" y="1"/>
                    <a:pt x="121" y="1"/>
                  </a:cubicBezTo>
                  <a:cubicBezTo>
                    <a:pt x="135" y="0"/>
                    <a:pt x="148" y="10"/>
                    <a:pt x="149" y="25"/>
                  </a:cubicBezTo>
                  <a:cubicBezTo>
                    <a:pt x="172" y="261"/>
                    <a:pt x="172" y="261"/>
                    <a:pt x="172" y="261"/>
                  </a:cubicBezTo>
                  <a:cubicBezTo>
                    <a:pt x="173" y="275"/>
                    <a:pt x="162" y="288"/>
                    <a:pt x="148" y="289"/>
                  </a:cubicBezTo>
                  <a:cubicBezTo>
                    <a:pt x="52" y="298"/>
                    <a:pt x="52" y="298"/>
                    <a:pt x="52" y="298"/>
                  </a:cubicBezTo>
                  <a:cubicBezTo>
                    <a:pt x="38" y="299"/>
                    <a:pt x="25" y="289"/>
                    <a:pt x="24" y="275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0" y="24"/>
                    <a:pt x="11" y="12"/>
                    <a:pt x="25" y="10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" name="îṣḻîde">
              <a:extLst>
                <a:ext uri="{FF2B5EF4-FFF2-40B4-BE49-F238E27FC236}">
                  <a16:creationId xmlns:a16="http://schemas.microsoft.com/office/drawing/2014/main" id="{AC6560CE-322B-451B-A706-40B910497FEB}"/>
                </a:ext>
              </a:extLst>
            </p:cNvPr>
            <p:cNvSpPr/>
            <p:nvPr/>
          </p:nvSpPr>
          <p:spPr bwMode="auto">
            <a:xfrm>
              <a:off x="4546745" y="3552779"/>
              <a:ext cx="653386" cy="1136323"/>
            </a:xfrm>
            <a:custGeom>
              <a:avLst/>
              <a:gdLst>
                <a:gd name="T0" fmla="*/ 22 w 155"/>
                <a:gd name="T1" fmla="*/ 10 h 269"/>
                <a:gd name="T2" fmla="*/ 108 w 155"/>
                <a:gd name="T3" fmla="*/ 1 h 269"/>
                <a:gd name="T4" fmla="*/ 134 w 155"/>
                <a:gd name="T5" fmla="*/ 22 h 269"/>
                <a:gd name="T6" fmla="*/ 154 w 155"/>
                <a:gd name="T7" fmla="*/ 234 h 269"/>
                <a:gd name="T8" fmla="*/ 133 w 155"/>
                <a:gd name="T9" fmla="*/ 260 h 269"/>
                <a:gd name="T10" fmla="*/ 46 w 155"/>
                <a:gd name="T11" fmla="*/ 268 h 269"/>
                <a:gd name="T12" fmla="*/ 21 w 155"/>
                <a:gd name="T13" fmla="*/ 247 h 269"/>
                <a:gd name="T14" fmla="*/ 1 w 155"/>
                <a:gd name="T15" fmla="*/ 35 h 269"/>
                <a:gd name="T16" fmla="*/ 22 w 155"/>
                <a:gd name="T17" fmla="*/ 10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5" h="269">
                  <a:moveTo>
                    <a:pt x="22" y="10"/>
                  </a:moveTo>
                  <a:cubicBezTo>
                    <a:pt x="108" y="1"/>
                    <a:pt x="108" y="1"/>
                    <a:pt x="108" y="1"/>
                  </a:cubicBezTo>
                  <a:cubicBezTo>
                    <a:pt x="121" y="0"/>
                    <a:pt x="132" y="10"/>
                    <a:pt x="134" y="22"/>
                  </a:cubicBezTo>
                  <a:cubicBezTo>
                    <a:pt x="154" y="234"/>
                    <a:pt x="154" y="234"/>
                    <a:pt x="154" y="234"/>
                  </a:cubicBezTo>
                  <a:cubicBezTo>
                    <a:pt x="155" y="247"/>
                    <a:pt x="145" y="258"/>
                    <a:pt x="133" y="260"/>
                  </a:cubicBezTo>
                  <a:cubicBezTo>
                    <a:pt x="46" y="268"/>
                    <a:pt x="46" y="268"/>
                    <a:pt x="46" y="268"/>
                  </a:cubicBezTo>
                  <a:cubicBezTo>
                    <a:pt x="33" y="269"/>
                    <a:pt x="22" y="260"/>
                    <a:pt x="21" y="247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0" y="22"/>
                    <a:pt x="9" y="11"/>
                    <a:pt x="22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" name="îsḷîďê">
              <a:extLst>
                <a:ext uri="{FF2B5EF4-FFF2-40B4-BE49-F238E27FC236}">
                  <a16:creationId xmlns:a16="http://schemas.microsoft.com/office/drawing/2014/main" id="{704F0A9C-282C-4227-8F78-B6C80E92B481}"/>
                </a:ext>
              </a:extLst>
            </p:cNvPr>
            <p:cNvSpPr/>
            <p:nvPr/>
          </p:nvSpPr>
          <p:spPr bwMode="auto">
            <a:xfrm>
              <a:off x="5567408" y="2136433"/>
              <a:ext cx="501200" cy="243498"/>
            </a:xfrm>
            <a:custGeom>
              <a:avLst/>
              <a:gdLst>
                <a:gd name="T0" fmla="*/ 13 w 119"/>
                <a:gd name="T1" fmla="*/ 58 h 58"/>
                <a:gd name="T2" fmla="*/ 0 w 119"/>
                <a:gd name="T3" fmla="*/ 46 h 58"/>
                <a:gd name="T4" fmla="*/ 5 w 119"/>
                <a:gd name="T5" fmla="*/ 36 h 58"/>
                <a:gd name="T6" fmla="*/ 112 w 119"/>
                <a:gd name="T7" fmla="*/ 32 h 58"/>
                <a:gd name="T8" fmla="*/ 115 w 119"/>
                <a:gd name="T9" fmla="*/ 49 h 58"/>
                <a:gd name="T10" fmla="*/ 98 w 119"/>
                <a:gd name="T11" fmla="*/ 52 h 58"/>
                <a:gd name="T12" fmla="*/ 98 w 119"/>
                <a:gd name="T13" fmla="*/ 52 h 58"/>
                <a:gd name="T14" fmla="*/ 20 w 119"/>
                <a:gd name="T15" fmla="*/ 55 h 58"/>
                <a:gd name="T16" fmla="*/ 13 w 119"/>
                <a:gd name="T17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58">
                  <a:moveTo>
                    <a:pt x="13" y="58"/>
                  </a:moveTo>
                  <a:cubicBezTo>
                    <a:pt x="6" y="58"/>
                    <a:pt x="0" y="53"/>
                    <a:pt x="0" y="46"/>
                  </a:cubicBezTo>
                  <a:cubicBezTo>
                    <a:pt x="0" y="42"/>
                    <a:pt x="2" y="39"/>
                    <a:pt x="5" y="36"/>
                  </a:cubicBezTo>
                  <a:cubicBezTo>
                    <a:pt x="23" y="21"/>
                    <a:pt x="70" y="0"/>
                    <a:pt x="112" y="32"/>
                  </a:cubicBezTo>
                  <a:cubicBezTo>
                    <a:pt x="118" y="36"/>
                    <a:pt x="119" y="44"/>
                    <a:pt x="115" y="49"/>
                  </a:cubicBezTo>
                  <a:cubicBezTo>
                    <a:pt x="112" y="55"/>
                    <a:pt x="104" y="56"/>
                    <a:pt x="98" y="52"/>
                  </a:cubicBezTo>
                  <a:cubicBezTo>
                    <a:pt x="98" y="52"/>
                    <a:pt x="98" y="52"/>
                    <a:pt x="98" y="52"/>
                  </a:cubicBezTo>
                  <a:cubicBezTo>
                    <a:pt x="60" y="23"/>
                    <a:pt x="22" y="54"/>
                    <a:pt x="20" y="55"/>
                  </a:cubicBezTo>
                  <a:cubicBezTo>
                    <a:pt x="18" y="57"/>
                    <a:pt x="15" y="58"/>
                    <a:pt x="13" y="58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" name="ïSľiḑe">
              <a:extLst>
                <a:ext uri="{FF2B5EF4-FFF2-40B4-BE49-F238E27FC236}">
                  <a16:creationId xmlns:a16="http://schemas.microsoft.com/office/drawing/2014/main" id="{23E294AA-70F2-4871-AE15-41574B930A7A}"/>
                </a:ext>
              </a:extLst>
            </p:cNvPr>
            <p:cNvSpPr/>
            <p:nvPr/>
          </p:nvSpPr>
          <p:spPr bwMode="auto">
            <a:xfrm>
              <a:off x="5439571" y="1828002"/>
              <a:ext cx="730494" cy="383510"/>
            </a:xfrm>
            <a:custGeom>
              <a:avLst/>
              <a:gdLst>
                <a:gd name="T0" fmla="*/ 14 w 173"/>
                <a:gd name="T1" fmla="*/ 91 h 91"/>
                <a:gd name="T2" fmla="*/ 5 w 173"/>
                <a:gd name="T3" fmla="*/ 88 h 91"/>
                <a:gd name="T4" fmla="*/ 5 w 173"/>
                <a:gd name="T5" fmla="*/ 71 h 91"/>
                <a:gd name="T6" fmla="*/ 167 w 173"/>
                <a:gd name="T7" fmla="*/ 65 h 91"/>
                <a:gd name="T8" fmla="*/ 169 w 173"/>
                <a:gd name="T9" fmla="*/ 82 h 91"/>
                <a:gd name="T10" fmla="*/ 152 w 173"/>
                <a:gd name="T11" fmla="*/ 85 h 91"/>
                <a:gd name="T12" fmla="*/ 22 w 173"/>
                <a:gd name="T13" fmla="*/ 88 h 91"/>
                <a:gd name="T14" fmla="*/ 14 w 173"/>
                <a:gd name="T1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3" h="91">
                  <a:moveTo>
                    <a:pt x="14" y="91"/>
                  </a:moveTo>
                  <a:cubicBezTo>
                    <a:pt x="10" y="91"/>
                    <a:pt x="7" y="90"/>
                    <a:pt x="5" y="88"/>
                  </a:cubicBezTo>
                  <a:cubicBezTo>
                    <a:pt x="0" y="83"/>
                    <a:pt x="0" y="75"/>
                    <a:pt x="5" y="71"/>
                  </a:cubicBezTo>
                  <a:cubicBezTo>
                    <a:pt x="6" y="70"/>
                    <a:pt x="76" y="0"/>
                    <a:pt x="167" y="65"/>
                  </a:cubicBezTo>
                  <a:cubicBezTo>
                    <a:pt x="172" y="69"/>
                    <a:pt x="173" y="77"/>
                    <a:pt x="169" y="82"/>
                  </a:cubicBezTo>
                  <a:cubicBezTo>
                    <a:pt x="166" y="88"/>
                    <a:pt x="158" y="89"/>
                    <a:pt x="152" y="85"/>
                  </a:cubicBezTo>
                  <a:cubicBezTo>
                    <a:pt x="79" y="33"/>
                    <a:pt x="25" y="86"/>
                    <a:pt x="22" y="88"/>
                  </a:cubicBezTo>
                  <a:cubicBezTo>
                    <a:pt x="20" y="90"/>
                    <a:pt x="17" y="91"/>
                    <a:pt x="14" y="91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" name="îŝḷîḑe">
              <a:extLst>
                <a:ext uri="{FF2B5EF4-FFF2-40B4-BE49-F238E27FC236}">
                  <a16:creationId xmlns:a16="http://schemas.microsoft.com/office/drawing/2014/main" id="{BFC8C959-0565-40B3-A1F4-93747E4AA7C0}"/>
                </a:ext>
              </a:extLst>
            </p:cNvPr>
            <p:cNvSpPr/>
            <p:nvPr/>
          </p:nvSpPr>
          <p:spPr bwMode="auto">
            <a:xfrm>
              <a:off x="5283327" y="1545951"/>
              <a:ext cx="1042982" cy="480909"/>
            </a:xfrm>
            <a:custGeom>
              <a:avLst/>
              <a:gdLst>
                <a:gd name="T0" fmla="*/ 233 w 247"/>
                <a:gd name="T1" fmla="*/ 113 h 114"/>
                <a:gd name="T2" fmla="*/ 226 w 247"/>
                <a:gd name="T3" fmla="*/ 110 h 114"/>
                <a:gd name="T4" fmla="*/ 21 w 247"/>
                <a:gd name="T5" fmla="*/ 110 h 114"/>
                <a:gd name="T6" fmla="*/ 4 w 247"/>
                <a:gd name="T7" fmla="*/ 108 h 114"/>
                <a:gd name="T8" fmla="*/ 5 w 247"/>
                <a:gd name="T9" fmla="*/ 91 h 114"/>
                <a:gd name="T10" fmla="*/ 241 w 247"/>
                <a:gd name="T11" fmla="*/ 90 h 114"/>
                <a:gd name="T12" fmla="*/ 243 w 247"/>
                <a:gd name="T13" fmla="*/ 108 h 114"/>
                <a:gd name="T14" fmla="*/ 233 w 247"/>
                <a:gd name="T15" fmla="*/ 11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7" h="114">
                  <a:moveTo>
                    <a:pt x="233" y="113"/>
                  </a:moveTo>
                  <a:cubicBezTo>
                    <a:pt x="231" y="113"/>
                    <a:pt x="228" y="112"/>
                    <a:pt x="226" y="110"/>
                  </a:cubicBezTo>
                  <a:cubicBezTo>
                    <a:pt x="118" y="31"/>
                    <a:pt x="25" y="106"/>
                    <a:pt x="21" y="110"/>
                  </a:cubicBezTo>
                  <a:cubicBezTo>
                    <a:pt x="16" y="114"/>
                    <a:pt x="8" y="113"/>
                    <a:pt x="4" y="108"/>
                  </a:cubicBezTo>
                  <a:cubicBezTo>
                    <a:pt x="0" y="103"/>
                    <a:pt x="1" y="95"/>
                    <a:pt x="5" y="91"/>
                  </a:cubicBezTo>
                  <a:cubicBezTo>
                    <a:pt x="7" y="90"/>
                    <a:pt x="116" y="0"/>
                    <a:pt x="241" y="90"/>
                  </a:cubicBezTo>
                  <a:cubicBezTo>
                    <a:pt x="246" y="95"/>
                    <a:pt x="247" y="102"/>
                    <a:pt x="243" y="108"/>
                  </a:cubicBezTo>
                  <a:cubicBezTo>
                    <a:pt x="241" y="111"/>
                    <a:pt x="237" y="113"/>
                    <a:pt x="233" y="113"/>
                  </a:cubicBezTo>
                  <a:close/>
                </a:path>
              </a:pathLst>
            </a:custGeom>
            <a:solidFill>
              <a:srgbClr val="68A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84010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0F495-EA7F-4F54-A0E4-78AD018C8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D58B41-535B-4BF6-AAD8-81F8AE5A9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4164F0-A750-4D51-B7AB-05DBC0139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ECD7A-C2BF-4C29-A264-2C502EFA64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F92E2D-FE6A-4655-A9DB-E9A2201CF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068503-FBFB-4227-9215-451FB1AAC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95451-35CB-4E88-AF23-E83D775EDD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55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307103-D92B-4D3C-B386-9FD58793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3" y="203200"/>
            <a:ext cx="10858500" cy="8255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286"/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8920D0-E0E5-40BB-AEDA-3D7A0909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3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23E9ED-4E00-42D1-BFBF-5EBD27D29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200" b="1" smtClean="0">
                <a:solidFill>
                  <a:srgbClr val="FF0000"/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7391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686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8EF6FDD-4575-4CEB-9A5D-59EE8220FC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000" dirty="0">
                <a:solidFill>
                  <a:srgbClr val="0576A9"/>
                </a:solidFill>
              </a:rPr>
              <a:t>云原生</a:t>
            </a:r>
            <a:r>
              <a:rPr lang="zh-CN" altLang="en-US" sz="6000">
                <a:solidFill>
                  <a:srgbClr val="0576A9"/>
                </a:solidFill>
              </a:rPr>
              <a:t>技术实践验收要求</a:t>
            </a:r>
            <a:endParaRPr lang="zh-CN" altLang="en-US" sz="6000" dirty="0">
              <a:solidFill>
                <a:srgbClr val="0576A9"/>
              </a:solidFill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386EB946-F605-458D-B3DE-C4356108B8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郭  勇</a:t>
            </a:r>
          </a:p>
        </p:txBody>
      </p:sp>
    </p:spTree>
    <p:extLst>
      <p:ext uri="{BB962C8B-B14F-4D97-AF65-F5344CB8AC3E}">
        <p14:creationId xmlns:p14="http://schemas.microsoft.com/office/powerpoint/2010/main" val="1961623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441A2DDF-E7E8-4391-BD97-D7532C56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一、具体要求</a:t>
            </a:r>
            <a:endParaRPr lang="zh-CN" altLang="en-US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DB164C58-C512-458B-8F56-957545422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视频长度：不超过</a:t>
            </a:r>
            <a:r>
              <a:rPr lang="en-US" altLang="zh-CN">
                <a:solidFill>
                  <a:srgbClr val="C00000"/>
                </a:solidFill>
              </a:rPr>
              <a:t>8</a:t>
            </a:r>
            <a:r>
              <a:rPr lang="zh-CN" altLang="en-US">
                <a:solidFill>
                  <a:srgbClr val="C00000"/>
                </a:solidFill>
              </a:rPr>
              <a:t>分钟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讲解的同学要出现在视频中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环境展示</a:t>
            </a:r>
            <a:endParaRPr lang="en-US" altLang="zh-CN">
              <a:solidFill>
                <a:srgbClr val="C00000"/>
              </a:solidFill>
            </a:endParaRPr>
          </a:p>
          <a:p>
            <a:pPr lvl="1"/>
            <a:r>
              <a:rPr lang="zh-CN" altLang="en-US">
                <a:solidFill>
                  <a:schemeClr val="tx1"/>
                </a:solidFill>
              </a:rPr>
              <a:t>执行命令显示</a:t>
            </a:r>
            <a:r>
              <a:rPr lang="en-US" altLang="zh-CN">
                <a:solidFill>
                  <a:schemeClr val="tx1"/>
                </a:solidFill>
              </a:rPr>
              <a:t>k8s</a:t>
            </a:r>
            <a:r>
              <a:rPr lang="zh-CN" altLang="en-US">
                <a:solidFill>
                  <a:schemeClr val="tx1"/>
                </a:solidFill>
              </a:rPr>
              <a:t>环境相关信息，结点</a:t>
            </a:r>
            <a:r>
              <a:rPr lang="en-US" altLang="zh-CN">
                <a:solidFill>
                  <a:schemeClr val="tx1"/>
                </a:solidFill>
              </a:rPr>
              <a:t>Node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pod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Service </a:t>
            </a:r>
            <a:r>
              <a:rPr lang="zh-CN" altLang="en-US">
                <a:solidFill>
                  <a:schemeClr val="tx1"/>
                </a:solidFill>
              </a:rPr>
              <a:t>等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C00000"/>
                </a:solidFill>
              </a:rPr>
              <a:t>CI/CD</a:t>
            </a:r>
            <a:r>
              <a:rPr lang="zh-CN" altLang="en-US">
                <a:solidFill>
                  <a:srgbClr val="C00000"/>
                </a:solidFill>
              </a:rPr>
              <a:t>演示</a:t>
            </a:r>
            <a:endParaRPr lang="en-US" altLang="zh-CN">
              <a:solidFill>
                <a:srgbClr val="C00000"/>
              </a:solidFill>
            </a:endParaRPr>
          </a:p>
          <a:p>
            <a:pPr lvl="1"/>
            <a:r>
              <a:rPr lang="zh-CN" altLang="en-US">
                <a:solidFill>
                  <a:schemeClr val="tx1"/>
                </a:solidFill>
              </a:rPr>
              <a:t>自动化流水线运行及可视化结果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程序演示：在</a:t>
            </a:r>
            <a:r>
              <a:rPr lang="en-US" altLang="zh-CN">
                <a:solidFill>
                  <a:srgbClr val="C00000"/>
                </a:solidFill>
              </a:rPr>
              <a:t>k8s</a:t>
            </a:r>
            <a:r>
              <a:rPr lang="zh-CN" altLang="en-US">
                <a:solidFill>
                  <a:srgbClr val="C00000"/>
                </a:solidFill>
              </a:rPr>
              <a:t>搭建的集群环境下演示所有实现的服务</a:t>
            </a:r>
            <a:endParaRPr lang="en-US" altLang="zh-CN">
              <a:solidFill>
                <a:srgbClr val="C00000"/>
              </a:solidFill>
            </a:endParaRPr>
          </a:p>
          <a:p>
            <a:pPr lvl="1"/>
            <a:r>
              <a:rPr lang="zh-CN" altLang="en-US">
                <a:solidFill>
                  <a:schemeClr val="tx1"/>
                </a:solidFill>
              </a:rPr>
              <a:t>讲解项目结构，项目中的微服务</a:t>
            </a:r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lang="zh-CN" altLang="en-US">
                <a:solidFill>
                  <a:schemeClr val="tx1"/>
                </a:solidFill>
              </a:rPr>
              <a:t>通过前端演示服务（如果实现了前端）或使用</a:t>
            </a:r>
            <a:r>
              <a:rPr lang="en-US" altLang="zh-CN">
                <a:solidFill>
                  <a:schemeClr val="tx1"/>
                </a:solidFill>
              </a:rPr>
              <a:t>API</a:t>
            </a:r>
            <a:r>
              <a:rPr lang="zh-CN" altLang="en-US">
                <a:solidFill>
                  <a:schemeClr val="tx1"/>
                </a:solidFill>
              </a:rPr>
              <a:t>工具（比如</a:t>
            </a:r>
            <a:r>
              <a:rPr lang="en-US" altLang="zh-CN">
                <a:solidFill>
                  <a:schemeClr val="tx1"/>
                </a:solidFill>
              </a:rPr>
              <a:t>postman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apifox</a:t>
            </a:r>
            <a:r>
              <a:rPr lang="zh-CN" altLang="en-US">
                <a:solidFill>
                  <a:schemeClr val="tx1"/>
                </a:solidFill>
              </a:rPr>
              <a:t>等）演示所有实现的服务的请求及响应</a:t>
            </a:r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lang="zh-CN" altLang="en-US">
                <a:solidFill>
                  <a:schemeClr val="tx1"/>
                </a:solidFill>
              </a:rPr>
              <a:t>熔断、限流等的演示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亮点的展示：</a:t>
            </a:r>
            <a:endParaRPr lang="en-US" altLang="zh-CN">
              <a:solidFill>
                <a:srgbClr val="C00000"/>
              </a:solidFill>
            </a:endParaRPr>
          </a:p>
          <a:p>
            <a:pPr lvl="1"/>
            <a:r>
              <a:rPr lang="zh-CN" altLang="en-US">
                <a:solidFill>
                  <a:schemeClr val="tx1"/>
                </a:solidFill>
              </a:rPr>
              <a:t>展示自己觉得有独创性的内容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DF7A963-A92D-4EED-9F10-1DE4EE2072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343381-8ED5-4E80-9C78-67CAE97D1C85}"/>
              </a:ext>
            </a:extLst>
          </p:cNvPr>
          <p:cNvSpPr txBox="1"/>
          <p:nvPr/>
        </p:nvSpPr>
        <p:spPr>
          <a:xfrm>
            <a:off x="764206" y="501584"/>
            <a:ext cx="561152" cy="587441"/>
          </a:xfrm>
          <a:prstGeom prst="rect">
            <a:avLst/>
          </a:prstGeom>
          <a:solidFill>
            <a:schemeClr val="accent1"/>
          </a:solidFill>
        </p:spPr>
        <p:txBody>
          <a:bodyPr wrap="none" lIns="108000" tIns="108000" rIns="108000" bIns="108000" rtlCol="0" anchor="b" anchorCtr="1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chemeClr val="lt1">
                    <a:lumMod val="100000"/>
                  </a:schemeClr>
                </a:solidFill>
                <a:cs typeface="+mn-ea"/>
                <a:sym typeface="+mn-lt"/>
              </a:rPr>
              <a:t>01</a:t>
            </a:r>
            <a:endParaRPr kumimoji="1" lang="zh-CN" altLang="en-US" sz="2400" b="1" dirty="0">
              <a:solidFill>
                <a:schemeClr val="lt1">
                  <a:lumMod val="10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76673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466D65-AE6A-4B6E-B79E-1CAC5F457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43BE2C-E09B-470B-A69F-132B69F4BA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6A47F6-D449-4A6E-B86C-5B963CF92540}" type="slidenum">
              <a:rPr lang="en-US" altLang="zh-CN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D6C60A-F622-4D16-B62E-E491063DC35A}"/>
              </a:ext>
            </a:extLst>
          </p:cNvPr>
          <p:cNvSpPr txBox="1"/>
          <p:nvPr/>
        </p:nvSpPr>
        <p:spPr>
          <a:xfrm>
            <a:off x="4073236" y="2572388"/>
            <a:ext cx="40455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600" dirty="0">
                <a:solidFill>
                  <a:srgbClr val="C00000"/>
                </a:solidFill>
              </a:rPr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887143331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ed by iSlide">
  <a:themeElements>
    <a:clrScheme name="iSlide VI标准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01B8C1"/>
      </a:accent1>
      <a:accent2>
        <a:srgbClr val="FD7765"/>
      </a:accent2>
      <a:accent3>
        <a:srgbClr val="FDB03F"/>
      </a:accent3>
      <a:accent4>
        <a:srgbClr val="91E0CD"/>
      </a:accent4>
      <a:accent5>
        <a:srgbClr val="A1A1A1"/>
      </a:accent5>
      <a:accent6>
        <a:srgbClr val="C9C9C9"/>
      </a:accent6>
      <a:hlink>
        <a:srgbClr val="F84D4D"/>
      </a:hlink>
      <a:folHlink>
        <a:srgbClr val="979797"/>
      </a:folHlink>
    </a:clrScheme>
    <a:fontScheme name="my">
      <a:majorFont>
        <a:latin typeface="Times New Roman"/>
        <a:ea typeface="华文中宋"/>
        <a:cs typeface=""/>
      </a:majorFont>
      <a:minorFont>
        <a:latin typeface="华文中宋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</TotalTime>
  <Words>132</Words>
  <Application>Microsoft Office PowerPoint</Application>
  <PresentationFormat>宽屏</PresentationFormat>
  <Paragraphs>19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华文中宋</vt:lpstr>
      <vt:lpstr>Arial</vt:lpstr>
      <vt:lpstr>Times New Roman</vt:lpstr>
      <vt:lpstr>Wingdings</vt:lpstr>
      <vt:lpstr>Designed by iSlide</vt:lpstr>
      <vt:lpstr>云原生技术实践验收要求</vt:lpstr>
      <vt:lpstr>一、具体要求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云原生技术实践</dc:title>
  <dc:creator>GY HIT</dc:creator>
  <cp:lastModifiedBy>gy</cp:lastModifiedBy>
  <cp:revision>116</cp:revision>
  <dcterms:created xsi:type="dcterms:W3CDTF">2024-01-09T05:32:27Z</dcterms:created>
  <dcterms:modified xsi:type="dcterms:W3CDTF">2026-06-10T00:29:01Z</dcterms:modified>
</cp:coreProperties>
</file>